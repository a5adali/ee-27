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538" r:id="rId3"/>
    <p:sldId id="539" r:id="rId4"/>
    <p:sldId id="545" r:id="rId5"/>
    <p:sldId id="546" r:id="rId6"/>
    <p:sldId id="540" r:id="rId7"/>
    <p:sldId id="541" r:id="rId8"/>
    <p:sldId id="542" r:id="rId9"/>
    <p:sldId id="547" r:id="rId10"/>
    <p:sldId id="548" r:id="rId11"/>
    <p:sldId id="543" r:id="rId12"/>
    <p:sldId id="544" r:id="rId13"/>
    <p:sldId id="549" r:id="rId14"/>
    <p:sldId id="550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216D"/>
    <a:srgbClr val="FFCC99"/>
    <a:srgbClr val="482066"/>
    <a:srgbClr val="57267C"/>
    <a:srgbClr val="99DDEB"/>
    <a:srgbClr val="FF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66" d="100"/>
          <a:sy n="66" d="100"/>
        </p:scale>
        <p:origin x="5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rsalan Jawed" userId="66ce1ddb-27c8-4da7-83ff-a193b16dacab" providerId="ADAL" clId="{CC50E134-5C8E-4A2C-A627-3B332013FAA7}"/>
    <pc:docChg chg="delSld">
      <pc:chgData name="Syed Arsalan Jawed" userId="66ce1ddb-27c8-4da7-83ff-a193b16dacab" providerId="ADAL" clId="{CC50E134-5C8E-4A2C-A627-3B332013FAA7}" dt="2025-10-09T06:59:53.812" v="1" actId="47"/>
      <pc:docMkLst>
        <pc:docMk/>
      </pc:docMkLst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2351676388" sldId="525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2936608557" sldId="526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4044874286" sldId="527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3900750785" sldId="528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2144219202" sldId="529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1029258449" sldId="530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1913759315" sldId="531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541304146" sldId="532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2900136867" sldId="533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1364957867" sldId="534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3828418403" sldId="535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514139378" sldId="536"/>
        </pc:sldMkLst>
      </pc:sldChg>
      <pc:sldChg chg="del">
        <pc:chgData name="Syed Arsalan Jawed" userId="66ce1ddb-27c8-4da7-83ff-a193b16dacab" providerId="ADAL" clId="{CC50E134-5C8E-4A2C-A627-3B332013FAA7}" dt="2025-10-09T06:59:23.628" v="0" actId="47"/>
        <pc:sldMkLst>
          <pc:docMk/>
          <pc:sldMk cId="1523341381" sldId="537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2166003807" sldId="551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12265449" sldId="552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1681886489" sldId="553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2003276160" sldId="554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2817313128" sldId="555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3255663722" sldId="556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3086343767" sldId="557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1384753633" sldId="558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2559733545" sldId="559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3765878091" sldId="560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2175139197" sldId="561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317625841" sldId="562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1275676861" sldId="563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3169654163" sldId="564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4169313487" sldId="565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967158725" sldId="566"/>
        </pc:sldMkLst>
      </pc:sldChg>
      <pc:sldChg chg="del">
        <pc:chgData name="Syed Arsalan Jawed" userId="66ce1ddb-27c8-4da7-83ff-a193b16dacab" providerId="ADAL" clId="{CC50E134-5C8E-4A2C-A627-3B332013FAA7}" dt="2025-10-09T06:59:53.812" v="1" actId="47"/>
        <pc:sldMkLst>
          <pc:docMk/>
          <pc:sldMk cId="2578372625" sldId="567"/>
        </pc:sldMkLst>
      </pc:sldChg>
    </pc:docChg>
  </pc:docChgLst>
  <pc:docChgLst>
    <pc:chgData name="Syed Arsalan Jawed" userId="66ce1ddb-27c8-4da7-83ff-a193b16dacab" providerId="ADAL" clId="{BCDEE8A9-781E-4862-91C9-C6B4E4EECA93}"/>
    <pc:docChg chg="undo custSel addSld delSld modSld">
      <pc:chgData name="Syed Arsalan Jawed" userId="66ce1ddb-27c8-4da7-83ff-a193b16dacab" providerId="ADAL" clId="{BCDEE8A9-781E-4862-91C9-C6B4E4EECA93}" dt="2025-10-02T07:50:52.828" v="964" actId="20577"/>
      <pc:docMkLst>
        <pc:docMk/>
      </pc:docMkLst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1802559656" sldId="521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4204479249" sldId="522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3887856410" sldId="523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1125279735" sldId="524"/>
        </pc:sldMkLst>
      </pc:sldChg>
      <pc:sldChg chg="addSp delSp modSp new mod">
        <pc:chgData name="Syed Arsalan Jawed" userId="66ce1ddb-27c8-4da7-83ff-a193b16dacab" providerId="ADAL" clId="{BCDEE8A9-781E-4862-91C9-C6B4E4EECA93}" dt="2025-09-23T04:29:09.090" v="65" actId="1076"/>
        <pc:sldMkLst>
          <pc:docMk/>
          <pc:sldMk cId="4123558918" sldId="539"/>
        </pc:sldMkLst>
        <pc:spChg chg="mod">
          <ac:chgData name="Syed Arsalan Jawed" userId="66ce1ddb-27c8-4da7-83ff-a193b16dacab" providerId="ADAL" clId="{BCDEE8A9-781E-4862-91C9-C6B4E4EECA93}" dt="2025-09-23T04:27:10.706" v="61" actId="20577"/>
          <ac:spMkLst>
            <pc:docMk/>
            <pc:sldMk cId="4123558918" sldId="539"/>
            <ac:spMk id="2" creationId="{CE38BCBF-72F5-4F44-AA4C-FA595836EF74}"/>
          </ac:spMkLst>
        </pc:spChg>
        <pc:spChg chg="del">
          <ac:chgData name="Syed Arsalan Jawed" userId="66ce1ddb-27c8-4da7-83ff-a193b16dacab" providerId="ADAL" clId="{BCDEE8A9-781E-4862-91C9-C6B4E4EECA93}" dt="2025-09-23T04:29:04.558" v="62" actId="478"/>
          <ac:spMkLst>
            <pc:docMk/>
            <pc:sldMk cId="4123558918" sldId="539"/>
            <ac:spMk id="3" creationId="{0F803EAF-BCA6-45C0-955A-648F3B775574}"/>
          </ac:spMkLst>
        </pc:spChg>
        <pc:picChg chg="add mod">
          <ac:chgData name="Syed Arsalan Jawed" userId="66ce1ddb-27c8-4da7-83ff-a193b16dacab" providerId="ADAL" clId="{BCDEE8A9-781E-4862-91C9-C6B4E4EECA93}" dt="2025-09-23T04:29:09.090" v="65" actId="1076"/>
          <ac:picMkLst>
            <pc:docMk/>
            <pc:sldMk cId="4123558918" sldId="539"/>
            <ac:picMk id="5" creationId="{75A04A99-48D6-4640-A5FB-9B6EA5EF7FED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38:23.169" v="265" actId="14100"/>
        <pc:sldMkLst>
          <pc:docMk/>
          <pc:sldMk cId="1295473739" sldId="540"/>
        </pc:sldMkLst>
        <pc:spChg chg="mod">
          <ac:chgData name="Syed Arsalan Jawed" userId="66ce1ddb-27c8-4da7-83ff-a193b16dacab" providerId="ADAL" clId="{BCDEE8A9-781E-4862-91C9-C6B4E4EECA93}" dt="2025-09-30T07:37:35.144" v="253" actId="20577"/>
          <ac:spMkLst>
            <pc:docMk/>
            <pc:sldMk cId="1295473739" sldId="540"/>
            <ac:spMk id="2" creationId="{688D9CCB-8001-4007-81CE-EFBF45F8CAC6}"/>
          </ac:spMkLst>
        </pc:spChg>
        <pc:picChg chg="add mod">
          <ac:chgData name="Syed Arsalan Jawed" userId="66ce1ddb-27c8-4da7-83ff-a193b16dacab" providerId="ADAL" clId="{BCDEE8A9-781E-4862-91C9-C6B4E4EECA93}" dt="2025-09-30T07:38:08.832" v="259" actId="14100"/>
          <ac:picMkLst>
            <pc:docMk/>
            <pc:sldMk cId="1295473739" sldId="540"/>
            <ac:picMk id="5" creationId="{0B66A00E-DDDB-4FAD-A8B3-B99A9749B7B5}"/>
          </ac:picMkLst>
        </pc:picChg>
        <pc:picChg chg="add mod">
          <ac:chgData name="Syed Arsalan Jawed" userId="66ce1ddb-27c8-4da7-83ff-a193b16dacab" providerId="ADAL" clId="{BCDEE8A9-781E-4862-91C9-C6B4E4EECA93}" dt="2025-09-30T07:38:23.169" v="265" actId="14100"/>
          <ac:picMkLst>
            <pc:docMk/>
            <pc:sldMk cId="1295473739" sldId="540"/>
            <ac:picMk id="7" creationId="{1CDDE868-5EB9-4F69-B81C-4101E737600E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23T04:31:42.262" v="127" actId="1076"/>
        <pc:sldMkLst>
          <pc:docMk/>
          <pc:sldMk cId="2938033042" sldId="541"/>
        </pc:sldMkLst>
        <pc:spChg chg="mod">
          <ac:chgData name="Syed Arsalan Jawed" userId="66ce1ddb-27c8-4da7-83ff-a193b16dacab" providerId="ADAL" clId="{BCDEE8A9-781E-4862-91C9-C6B4E4EECA93}" dt="2025-09-23T04:30:45.911" v="117" actId="20577"/>
          <ac:spMkLst>
            <pc:docMk/>
            <pc:sldMk cId="2938033042" sldId="541"/>
            <ac:spMk id="2" creationId="{81CCEE84-358D-4801-AA08-332BBF3526C6}"/>
          </ac:spMkLst>
        </pc:spChg>
        <pc:spChg chg="del mod">
          <ac:chgData name="Syed Arsalan Jawed" userId="66ce1ddb-27c8-4da7-83ff-a193b16dacab" providerId="ADAL" clId="{BCDEE8A9-781E-4862-91C9-C6B4E4EECA93}" dt="2025-09-23T04:30:48.572" v="119" actId="478"/>
          <ac:spMkLst>
            <pc:docMk/>
            <pc:sldMk cId="2938033042" sldId="541"/>
            <ac:spMk id="3" creationId="{756CA955-07CF-45CD-A58C-5957FE31D625}"/>
          </ac:spMkLst>
        </pc:spChg>
        <pc:picChg chg="add mod">
          <ac:chgData name="Syed Arsalan Jawed" userId="66ce1ddb-27c8-4da7-83ff-a193b16dacab" providerId="ADAL" clId="{BCDEE8A9-781E-4862-91C9-C6B4E4EECA93}" dt="2025-09-23T04:31:33.246" v="123" actId="1076"/>
          <ac:picMkLst>
            <pc:docMk/>
            <pc:sldMk cId="2938033042" sldId="541"/>
            <ac:picMk id="5" creationId="{239B4C2A-BD83-4095-9FDB-167FAC4DED8C}"/>
          </ac:picMkLst>
        </pc:picChg>
        <pc:picChg chg="add mod">
          <ac:chgData name="Syed Arsalan Jawed" userId="66ce1ddb-27c8-4da7-83ff-a193b16dacab" providerId="ADAL" clId="{BCDEE8A9-781E-4862-91C9-C6B4E4EECA93}" dt="2025-09-23T04:31:42.262" v="127" actId="1076"/>
          <ac:picMkLst>
            <pc:docMk/>
            <pc:sldMk cId="2938033042" sldId="541"/>
            <ac:picMk id="7" creationId="{73F256AB-A63F-416D-84C4-B1C14B804855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23T04:32:53.707" v="178" actId="1076"/>
        <pc:sldMkLst>
          <pc:docMk/>
          <pc:sldMk cId="166566301" sldId="542"/>
        </pc:sldMkLst>
        <pc:spChg chg="mod">
          <ac:chgData name="Syed Arsalan Jawed" userId="66ce1ddb-27c8-4da7-83ff-a193b16dacab" providerId="ADAL" clId="{BCDEE8A9-781E-4862-91C9-C6B4E4EECA93}" dt="2025-09-23T04:31:55.744" v="152" actId="20577"/>
          <ac:spMkLst>
            <pc:docMk/>
            <pc:sldMk cId="166566301" sldId="542"/>
            <ac:spMk id="2" creationId="{C4E6DC76-916D-423B-828B-20F145A52B1D}"/>
          </ac:spMkLst>
        </pc:spChg>
        <pc:spChg chg="del mod">
          <ac:chgData name="Syed Arsalan Jawed" userId="66ce1ddb-27c8-4da7-83ff-a193b16dacab" providerId="ADAL" clId="{BCDEE8A9-781E-4862-91C9-C6B4E4EECA93}" dt="2025-09-23T04:32:07.529" v="154" actId="478"/>
          <ac:spMkLst>
            <pc:docMk/>
            <pc:sldMk cId="166566301" sldId="542"/>
            <ac:spMk id="3" creationId="{C94257D7-D334-4F0D-9318-CEEAAE921FA1}"/>
          </ac:spMkLst>
        </pc:spChg>
        <pc:picChg chg="add mod">
          <ac:chgData name="Syed Arsalan Jawed" userId="66ce1ddb-27c8-4da7-83ff-a193b16dacab" providerId="ADAL" clId="{BCDEE8A9-781E-4862-91C9-C6B4E4EECA93}" dt="2025-09-23T04:32:45.740" v="174" actId="1035"/>
          <ac:picMkLst>
            <pc:docMk/>
            <pc:sldMk cId="166566301" sldId="542"/>
            <ac:picMk id="5" creationId="{70457981-C1F8-4407-9487-867653D184BD}"/>
          </ac:picMkLst>
        </pc:picChg>
        <pc:picChg chg="add mod">
          <ac:chgData name="Syed Arsalan Jawed" userId="66ce1ddb-27c8-4da7-83ff-a193b16dacab" providerId="ADAL" clId="{BCDEE8A9-781E-4862-91C9-C6B4E4EECA93}" dt="2025-09-23T04:32:53.707" v="178" actId="1076"/>
          <ac:picMkLst>
            <pc:docMk/>
            <pc:sldMk cId="166566301" sldId="542"/>
            <ac:picMk id="7" creationId="{41ABCC39-8178-4DB9-9787-D2A15F18EC0B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30T07:47:19.642" v="296" actId="1076"/>
        <pc:sldMkLst>
          <pc:docMk/>
          <pc:sldMk cId="2462051595" sldId="543"/>
        </pc:sldMkLst>
        <pc:spChg chg="mod">
          <ac:chgData name="Syed Arsalan Jawed" userId="66ce1ddb-27c8-4da7-83ff-a193b16dacab" providerId="ADAL" clId="{BCDEE8A9-781E-4862-91C9-C6B4E4EECA93}" dt="2025-09-23T04:34:00.562" v="191" actId="20577"/>
          <ac:spMkLst>
            <pc:docMk/>
            <pc:sldMk cId="2462051595" sldId="543"/>
            <ac:spMk id="2" creationId="{70F27FD9-4A88-4BBC-8B9D-0754D86A0126}"/>
          </ac:spMkLst>
        </pc:spChg>
        <pc:spChg chg="del mod">
          <ac:chgData name="Syed Arsalan Jawed" userId="66ce1ddb-27c8-4da7-83ff-a193b16dacab" providerId="ADAL" clId="{BCDEE8A9-781E-4862-91C9-C6B4E4EECA93}" dt="2025-09-23T04:34:30.095" v="193" actId="478"/>
          <ac:spMkLst>
            <pc:docMk/>
            <pc:sldMk cId="2462051595" sldId="543"/>
            <ac:spMk id="3" creationId="{22EBBCD0-2DE4-4CA3-BD70-4C2354617DA1}"/>
          </ac:spMkLst>
        </pc:spChg>
        <pc:picChg chg="add mod">
          <ac:chgData name="Syed Arsalan Jawed" userId="66ce1ddb-27c8-4da7-83ff-a193b16dacab" providerId="ADAL" clId="{BCDEE8A9-781E-4862-91C9-C6B4E4EECA93}" dt="2025-09-30T07:47:19.642" v="296" actId="1076"/>
          <ac:picMkLst>
            <pc:docMk/>
            <pc:sldMk cId="2462051595" sldId="543"/>
            <ac:picMk id="5" creationId="{88BA5E6D-1118-4D40-A49C-08B72F1CDD3D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23T04:36:13.539" v="202" actId="1076"/>
        <pc:sldMkLst>
          <pc:docMk/>
          <pc:sldMk cId="1063056335" sldId="544"/>
        </pc:sldMkLst>
        <pc:spChg chg="del">
          <ac:chgData name="Syed Arsalan Jawed" userId="66ce1ddb-27c8-4da7-83ff-a193b16dacab" providerId="ADAL" clId="{BCDEE8A9-781E-4862-91C9-C6B4E4EECA93}" dt="2025-09-23T04:35:05.624" v="198" actId="478"/>
          <ac:spMkLst>
            <pc:docMk/>
            <pc:sldMk cId="1063056335" sldId="544"/>
            <ac:spMk id="3" creationId="{388AB685-B59D-4B4F-8F21-DD710CA7459F}"/>
          </ac:spMkLst>
        </pc:spChg>
        <pc:picChg chg="add mod">
          <ac:chgData name="Syed Arsalan Jawed" userId="66ce1ddb-27c8-4da7-83ff-a193b16dacab" providerId="ADAL" clId="{BCDEE8A9-781E-4862-91C9-C6B4E4EECA93}" dt="2025-09-23T04:35:08.024" v="200" actId="1076"/>
          <ac:picMkLst>
            <pc:docMk/>
            <pc:sldMk cId="1063056335" sldId="544"/>
            <ac:picMk id="5" creationId="{0D8547CA-46C1-404A-B0B3-7809EF2CEED4}"/>
          </ac:picMkLst>
        </pc:picChg>
        <pc:picChg chg="add mod">
          <ac:chgData name="Syed Arsalan Jawed" userId="66ce1ddb-27c8-4da7-83ff-a193b16dacab" providerId="ADAL" clId="{BCDEE8A9-781E-4862-91C9-C6B4E4EECA93}" dt="2025-09-23T04:36:13.539" v="202" actId="1076"/>
          <ac:picMkLst>
            <pc:docMk/>
            <pc:sldMk cId="1063056335" sldId="544"/>
            <ac:picMk id="7" creationId="{4AD4C38C-BFC0-4BCF-877C-0B17ECB1A45B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30T07:36:54.984" v="216" actId="14100"/>
        <pc:sldMkLst>
          <pc:docMk/>
          <pc:sldMk cId="458344667" sldId="545"/>
        </pc:sldMkLst>
        <pc:spChg chg="del">
          <ac:chgData name="Syed Arsalan Jawed" userId="66ce1ddb-27c8-4da7-83ff-a193b16dacab" providerId="ADAL" clId="{BCDEE8A9-781E-4862-91C9-C6B4E4EECA93}" dt="2025-09-30T07:36:11.696" v="204" actId="478"/>
          <ac:spMkLst>
            <pc:docMk/>
            <pc:sldMk cId="458344667" sldId="545"/>
            <ac:spMk id="3" creationId="{9CC3649D-D28C-4BD8-9F89-3F64C841EEAA}"/>
          </ac:spMkLst>
        </pc:spChg>
        <pc:picChg chg="add mod">
          <ac:chgData name="Syed Arsalan Jawed" userId="66ce1ddb-27c8-4da7-83ff-a193b16dacab" providerId="ADAL" clId="{BCDEE8A9-781E-4862-91C9-C6B4E4EECA93}" dt="2025-09-30T07:36:44.451" v="212" actId="1076"/>
          <ac:picMkLst>
            <pc:docMk/>
            <pc:sldMk cId="458344667" sldId="545"/>
            <ac:picMk id="5" creationId="{63774954-CAA7-44CB-B19B-74BD69BA0DA6}"/>
          </ac:picMkLst>
        </pc:picChg>
        <pc:picChg chg="add mod">
          <ac:chgData name="Syed Arsalan Jawed" userId="66ce1ddb-27c8-4da7-83ff-a193b16dacab" providerId="ADAL" clId="{BCDEE8A9-781E-4862-91C9-C6B4E4EECA93}" dt="2025-09-30T07:36:54.984" v="216" actId="14100"/>
          <ac:picMkLst>
            <pc:docMk/>
            <pc:sldMk cId="458344667" sldId="545"/>
            <ac:picMk id="7" creationId="{9163990C-8B8F-4981-88B4-DE847096BB92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37:28.162" v="238" actId="1076"/>
        <pc:sldMkLst>
          <pc:docMk/>
          <pc:sldMk cId="99302212" sldId="546"/>
        </pc:sldMkLst>
        <pc:spChg chg="mod">
          <ac:chgData name="Syed Arsalan Jawed" userId="66ce1ddb-27c8-4da7-83ff-a193b16dacab" providerId="ADAL" clId="{BCDEE8A9-781E-4862-91C9-C6B4E4EECA93}" dt="2025-09-30T07:37:21.463" v="235" actId="20577"/>
          <ac:spMkLst>
            <pc:docMk/>
            <pc:sldMk cId="99302212" sldId="546"/>
            <ac:spMk id="2" creationId="{840D7CD4-D5F5-484B-82A1-84FC3316FD42}"/>
          </ac:spMkLst>
        </pc:spChg>
        <pc:picChg chg="add mod">
          <ac:chgData name="Syed Arsalan Jawed" userId="66ce1ddb-27c8-4da7-83ff-a193b16dacab" providerId="ADAL" clId="{BCDEE8A9-781E-4862-91C9-C6B4E4EECA93}" dt="2025-09-30T07:37:28.162" v="238" actId="1076"/>
          <ac:picMkLst>
            <pc:docMk/>
            <pc:sldMk cId="99302212" sldId="546"/>
            <ac:picMk id="5" creationId="{611CF7B5-E374-4251-8DB2-B7B0D8B7AC47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46:16.841" v="268" actId="14100"/>
        <pc:sldMkLst>
          <pc:docMk/>
          <pc:sldMk cId="108685759" sldId="547"/>
        </pc:sldMkLst>
        <pc:picChg chg="add mod">
          <ac:chgData name="Syed Arsalan Jawed" userId="66ce1ddb-27c8-4da7-83ff-a193b16dacab" providerId="ADAL" clId="{BCDEE8A9-781E-4862-91C9-C6B4E4EECA93}" dt="2025-09-30T07:46:16.841" v="268" actId="14100"/>
          <ac:picMkLst>
            <pc:docMk/>
            <pc:sldMk cId="108685759" sldId="547"/>
            <ac:picMk id="5" creationId="{2EBB67D3-6FFA-4609-91E3-2967EFFC7397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47:00.157" v="295" actId="1076"/>
        <pc:sldMkLst>
          <pc:docMk/>
          <pc:sldMk cId="2643479336" sldId="548"/>
        </pc:sldMkLst>
        <pc:spChg chg="mod">
          <ac:chgData name="Syed Arsalan Jawed" userId="66ce1ddb-27c8-4da7-83ff-a193b16dacab" providerId="ADAL" clId="{BCDEE8A9-781E-4862-91C9-C6B4E4EECA93}" dt="2025-09-30T07:46:55.127" v="293" actId="20577"/>
          <ac:spMkLst>
            <pc:docMk/>
            <pc:sldMk cId="2643479336" sldId="548"/>
            <ac:spMk id="2" creationId="{A9EFCF4E-825B-4FEB-8038-CCE7C08BCF76}"/>
          </ac:spMkLst>
        </pc:spChg>
        <pc:picChg chg="add mod">
          <ac:chgData name="Syed Arsalan Jawed" userId="66ce1ddb-27c8-4da7-83ff-a193b16dacab" providerId="ADAL" clId="{BCDEE8A9-781E-4862-91C9-C6B4E4EECA93}" dt="2025-09-30T07:47:00.157" v="295" actId="1076"/>
          <ac:picMkLst>
            <pc:docMk/>
            <pc:sldMk cId="2643479336" sldId="548"/>
            <ac:picMk id="5" creationId="{0C9B109B-81B2-46CD-84BA-075E3E6E5CB4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9:07:02.344" v="425" actId="20577"/>
        <pc:sldMkLst>
          <pc:docMk/>
          <pc:sldMk cId="2984663729" sldId="549"/>
        </pc:sldMkLst>
        <pc:spChg chg="mod">
          <ac:chgData name="Syed Arsalan Jawed" userId="66ce1ddb-27c8-4da7-83ff-a193b16dacab" providerId="ADAL" clId="{BCDEE8A9-781E-4862-91C9-C6B4E4EECA93}" dt="2025-09-30T09:05:21.049" v="330" actId="20577"/>
          <ac:spMkLst>
            <pc:docMk/>
            <pc:sldMk cId="2984663729" sldId="549"/>
            <ac:spMk id="2" creationId="{8B6F525D-1BE9-4AE4-B42C-EF61B6FFF90A}"/>
          </ac:spMkLst>
        </pc:spChg>
        <pc:spChg chg="mod">
          <ac:chgData name="Syed Arsalan Jawed" userId="66ce1ddb-27c8-4da7-83ff-a193b16dacab" providerId="ADAL" clId="{BCDEE8A9-781E-4862-91C9-C6B4E4EECA93}" dt="2025-09-30T09:07:02.344" v="425" actId="20577"/>
          <ac:spMkLst>
            <pc:docMk/>
            <pc:sldMk cId="2984663729" sldId="549"/>
            <ac:spMk id="3" creationId="{AE96D818-B680-40F4-814C-549643705EB8}"/>
          </ac:spMkLst>
        </pc:spChg>
        <pc:picChg chg="add mod">
          <ac:chgData name="Syed Arsalan Jawed" userId="66ce1ddb-27c8-4da7-83ff-a193b16dacab" providerId="ADAL" clId="{BCDEE8A9-781E-4862-91C9-C6B4E4EECA93}" dt="2025-09-30T09:06:55.600" v="409" actId="1076"/>
          <ac:picMkLst>
            <pc:docMk/>
            <pc:sldMk cId="2984663729" sldId="549"/>
            <ac:picMk id="5" creationId="{5BED8D43-7A76-4428-9799-63DE9EE015B4}"/>
          </ac:picMkLst>
        </pc:picChg>
      </pc:sldChg>
      <pc:sldChg chg="modSp new mod">
        <pc:chgData name="Syed Arsalan Jawed" userId="66ce1ddb-27c8-4da7-83ff-a193b16dacab" providerId="ADAL" clId="{BCDEE8A9-781E-4862-91C9-C6B4E4EECA93}" dt="2025-09-30T09:07:58.802" v="450" actId="20577"/>
        <pc:sldMkLst>
          <pc:docMk/>
          <pc:sldMk cId="622484609" sldId="550"/>
        </pc:sldMkLst>
        <pc:spChg chg="mod">
          <ac:chgData name="Syed Arsalan Jawed" userId="66ce1ddb-27c8-4da7-83ff-a193b16dacab" providerId="ADAL" clId="{BCDEE8A9-781E-4862-91C9-C6B4E4EECA93}" dt="2025-09-30T09:07:58.802" v="450" actId="20577"/>
          <ac:spMkLst>
            <pc:docMk/>
            <pc:sldMk cId="622484609" sldId="550"/>
            <ac:spMk id="3" creationId="{13FB1931-DC8C-43A8-8D4C-824140483516}"/>
          </ac:spMkLst>
        </pc:spChg>
      </pc:sldChg>
      <pc:sldChg chg="addSp delSp modSp new mod">
        <pc:chgData name="Syed Arsalan Jawed" userId="66ce1ddb-27c8-4da7-83ff-a193b16dacab" providerId="ADAL" clId="{BCDEE8A9-781E-4862-91C9-C6B4E4EECA93}" dt="2025-09-30T09:09:39.669" v="508" actId="1076"/>
        <pc:sldMkLst>
          <pc:docMk/>
          <pc:sldMk cId="2166003807" sldId="551"/>
        </pc:sldMkLst>
        <pc:spChg chg="mod">
          <ac:chgData name="Syed Arsalan Jawed" userId="66ce1ddb-27c8-4da7-83ff-a193b16dacab" providerId="ADAL" clId="{BCDEE8A9-781E-4862-91C9-C6B4E4EECA93}" dt="2025-09-30T09:08:24.895" v="501" actId="20577"/>
          <ac:spMkLst>
            <pc:docMk/>
            <pc:sldMk cId="2166003807" sldId="551"/>
            <ac:spMk id="2" creationId="{11575CA0-70F2-4A46-8BEC-BC030DB782B0}"/>
          </ac:spMkLst>
        </pc:spChg>
        <pc:spChg chg="del">
          <ac:chgData name="Syed Arsalan Jawed" userId="66ce1ddb-27c8-4da7-83ff-a193b16dacab" providerId="ADAL" clId="{BCDEE8A9-781E-4862-91C9-C6B4E4EECA93}" dt="2025-09-30T09:08:36.814" v="502" actId="22"/>
          <ac:spMkLst>
            <pc:docMk/>
            <pc:sldMk cId="2166003807" sldId="551"/>
            <ac:spMk id="3" creationId="{87661808-ECD7-41A8-886F-687A9AD05B58}"/>
          </ac:spMkLst>
        </pc:spChg>
        <pc:picChg chg="add mod ord">
          <ac:chgData name="Syed Arsalan Jawed" userId="66ce1ddb-27c8-4da7-83ff-a193b16dacab" providerId="ADAL" clId="{BCDEE8A9-781E-4862-91C9-C6B4E4EECA93}" dt="2025-09-30T09:09:39.669" v="508" actId="1076"/>
          <ac:picMkLst>
            <pc:docMk/>
            <pc:sldMk cId="2166003807" sldId="551"/>
            <ac:picMk id="5" creationId="{3829F219-AE63-4B4F-A64B-270458446050}"/>
          </ac:picMkLst>
        </pc:picChg>
        <pc:picChg chg="add mod">
          <ac:chgData name="Syed Arsalan Jawed" userId="66ce1ddb-27c8-4da7-83ff-a193b16dacab" providerId="ADAL" clId="{BCDEE8A9-781E-4862-91C9-C6B4E4EECA93}" dt="2025-09-30T09:09:34.217" v="506" actId="1076"/>
          <ac:picMkLst>
            <pc:docMk/>
            <pc:sldMk cId="2166003807" sldId="551"/>
            <ac:picMk id="7" creationId="{51BED9CA-FFEB-4116-8CB9-1B3AF540EE73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9:11:13.224" v="515" actId="14100"/>
        <pc:sldMkLst>
          <pc:docMk/>
          <pc:sldMk cId="12265449" sldId="552"/>
        </pc:sldMkLst>
        <pc:picChg chg="add mod">
          <ac:chgData name="Syed Arsalan Jawed" userId="66ce1ddb-27c8-4da7-83ff-a193b16dacab" providerId="ADAL" clId="{BCDEE8A9-781E-4862-91C9-C6B4E4EECA93}" dt="2025-09-30T09:11:13.224" v="515" actId="14100"/>
          <ac:picMkLst>
            <pc:docMk/>
            <pc:sldMk cId="12265449" sldId="552"/>
            <ac:picMk id="5" creationId="{DA2F0753-BDFA-45BA-A476-B6C07AA2758F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17:04.967" v="648" actId="1076"/>
        <pc:sldMkLst>
          <pc:docMk/>
          <pc:sldMk cId="1681886489" sldId="553"/>
        </pc:sldMkLst>
        <pc:spChg chg="mod">
          <ac:chgData name="Syed Arsalan Jawed" userId="66ce1ddb-27c8-4da7-83ff-a193b16dacab" providerId="ADAL" clId="{BCDEE8A9-781E-4862-91C9-C6B4E4EECA93}" dt="2025-10-02T07:16:46.136" v="560" actId="1076"/>
          <ac:spMkLst>
            <pc:docMk/>
            <pc:sldMk cId="1681886489" sldId="553"/>
            <ac:spMk id="2" creationId="{5C748B64-E92E-401A-A0E3-3593383356F4}"/>
          </ac:spMkLst>
        </pc:spChg>
        <pc:spChg chg="del">
          <ac:chgData name="Syed Arsalan Jawed" userId="66ce1ddb-27c8-4da7-83ff-a193b16dacab" providerId="ADAL" clId="{BCDEE8A9-781E-4862-91C9-C6B4E4EECA93}" dt="2025-10-02T07:16:36.183" v="554" actId="22"/>
          <ac:spMkLst>
            <pc:docMk/>
            <pc:sldMk cId="1681886489" sldId="553"/>
            <ac:spMk id="3" creationId="{DFE2CDE0-F494-4A33-9F05-F15FB7957B98}"/>
          </ac:spMkLst>
        </pc:spChg>
        <pc:picChg chg="add del mod">
          <ac:chgData name="Syed Arsalan Jawed" userId="66ce1ddb-27c8-4da7-83ff-a193b16dacab" providerId="ADAL" clId="{BCDEE8A9-781E-4862-91C9-C6B4E4EECA93}" dt="2025-09-30T09:13:06.509" v="539" actId="478"/>
          <ac:picMkLst>
            <pc:docMk/>
            <pc:sldMk cId="1681886489" sldId="553"/>
            <ac:picMk id="5" creationId="{D3571845-5005-47EB-B2D1-00A0506DE7AF}"/>
          </ac:picMkLst>
        </pc:picChg>
        <pc:picChg chg="add mod">
          <ac:chgData name="Syed Arsalan Jawed" userId="66ce1ddb-27c8-4da7-83ff-a193b16dacab" providerId="ADAL" clId="{BCDEE8A9-781E-4862-91C9-C6B4E4EECA93}" dt="2025-10-02T07:16:43.314" v="558" actId="1076"/>
          <ac:picMkLst>
            <pc:docMk/>
            <pc:sldMk cId="1681886489" sldId="553"/>
            <ac:picMk id="7" creationId="{1C87382D-CFD9-45A8-AB6F-E4DA26399E24}"/>
          </ac:picMkLst>
        </pc:picChg>
        <pc:picChg chg="add mod ord">
          <ac:chgData name="Syed Arsalan Jawed" userId="66ce1ddb-27c8-4da7-83ff-a193b16dacab" providerId="ADAL" clId="{BCDEE8A9-781E-4862-91C9-C6B4E4EECA93}" dt="2025-10-02T07:16:52.764" v="646" actId="1036"/>
          <ac:picMkLst>
            <pc:docMk/>
            <pc:sldMk cId="1681886489" sldId="553"/>
            <ac:picMk id="9" creationId="{7C491ABE-3E86-4976-8D6F-7D70B4A308F4}"/>
          </ac:picMkLst>
        </pc:picChg>
        <pc:picChg chg="add mod">
          <ac:chgData name="Syed Arsalan Jawed" userId="66ce1ddb-27c8-4da7-83ff-a193b16dacab" providerId="ADAL" clId="{BCDEE8A9-781E-4862-91C9-C6B4E4EECA93}" dt="2025-10-02T07:17:04.967" v="648" actId="1076"/>
          <ac:picMkLst>
            <pc:docMk/>
            <pc:sldMk cId="1681886489" sldId="553"/>
            <ac:picMk id="11" creationId="{45B38A25-8304-4D2A-B9F0-007634484F45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9:14:39.246" v="551" actId="14100"/>
        <pc:sldMkLst>
          <pc:docMk/>
          <pc:sldMk cId="2003276160" sldId="554"/>
        </pc:sldMkLst>
        <pc:picChg chg="add mod">
          <ac:chgData name="Syed Arsalan Jawed" userId="66ce1ddb-27c8-4da7-83ff-a193b16dacab" providerId="ADAL" clId="{BCDEE8A9-781E-4862-91C9-C6B4E4EECA93}" dt="2025-09-30T09:14:39.246" v="551" actId="14100"/>
          <ac:picMkLst>
            <pc:docMk/>
            <pc:sldMk cId="2003276160" sldId="554"/>
            <ac:picMk id="5" creationId="{0252EC5D-E832-442B-AE7B-DEA2CCBBB5B5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20:42.201" v="666" actId="1076"/>
        <pc:sldMkLst>
          <pc:docMk/>
          <pc:sldMk cId="2817313128" sldId="555"/>
        </pc:sldMkLst>
        <pc:spChg chg="mod">
          <ac:chgData name="Syed Arsalan Jawed" userId="66ce1ddb-27c8-4da7-83ff-a193b16dacab" providerId="ADAL" clId="{BCDEE8A9-781E-4862-91C9-C6B4E4EECA93}" dt="2025-10-02T07:20:25.877" v="662" actId="20577"/>
          <ac:spMkLst>
            <pc:docMk/>
            <pc:sldMk cId="2817313128" sldId="555"/>
            <ac:spMk id="2" creationId="{9B1FB2BA-AB49-41B0-A8E0-95F5A0F0CF33}"/>
          </ac:spMkLst>
        </pc:spChg>
        <pc:spChg chg="del mod">
          <ac:chgData name="Syed Arsalan Jawed" userId="66ce1ddb-27c8-4da7-83ff-a193b16dacab" providerId="ADAL" clId="{BCDEE8A9-781E-4862-91C9-C6B4E4EECA93}" dt="2025-10-02T07:20:38.764" v="664" actId="478"/>
          <ac:spMkLst>
            <pc:docMk/>
            <pc:sldMk cId="2817313128" sldId="555"/>
            <ac:spMk id="3" creationId="{642B11A5-98AB-4E31-B529-99BF2EB162C4}"/>
          </ac:spMkLst>
        </pc:spChg>
        <pc:picChg chg="add mod">
          <ac:chgData name="Syed Arsalan Jawed" userId="66ce1ddb-27c8-4da7-83ff-a193b16dacab" providerId="ADAL" clId="{BCDEE8A9-781E-4862-91C9-C6B4E4EECA93}" dt="2025-10-02T07:20:42.201" v="666" actId="1076"/>
          <ac:picMkLst>
            <pc:docMk/>
            <pc:sldMk cId="2817313128" sldId="555"/>
            <ac:picMk id="5" creationId="{3D244D65-1EFC-4D01-A486-A50DDB79A3F4}"/>
          </ac:picMkLst>
        </pc:picChg>
      </pc:sldChg>
      <pc:sldChg chg="addSp new mod">
        <pc:chgData name="Syed Arsalan Jawed" userId="66ce1ddb-27c8-4da7-83ff-a193b16dacab" providerId="ADAL" clId="{BCDEE8A9-781E-4862-91C9-C6B4E4EECA93}" dt="2025-10-02T07:21:08.292" v="668" actId="22"/>
        <pc:sldMkLst>
          <pc:docMk/>
          <pc:sldMk cId="3255663722" sldId="556"/>
        </pc:sldMkLst>
        <pc:picChg chg="add">
          <ac:chgData name="Syed Arsalan Jawed" userId="66ce1ddb-27c8-4da7-83ff-a193b16dacab" providerId="ADAL" clId="{BCDEE8A9-781E-4862-91C9-C6B4E4EECA93}" dt="2025-10-02T07:21:08.292" v="668" actId="22"/>
          <ac:picMkLst>
            <pc:docMk/>
            <pc:sldMk cId="3255663722" sldId="556"/>
            <ac:picMk id="5" creationId="{9DED73CA-077D-4481-A798-AAE47E840957}"/>
          </ac:picMkLst>
        </pc:picChg>
      </pc:sldChg>
      <pc:sldChg chg="addSp new mod">
        <pc:chgData name="Syed Arsalan Jawed" userId="66ce1ddb-27c8-4da7-83ff-a193b16dacab" providerId="ADAL" clId="{BCDEE8A9-781E-4862-91C9-C6B4E4EECA93}" dt="2025-10-02T07:21:44.424" v="670" actId="22"/>
        <pc:sldMkLst>
          <pc:docMk/>
          <pc:sldMk cId="3086343767" sldId="557"/>
        </pc:sldMkLst>
        <pc:picChg chg="add">
          <ac:chgData name="Syed Arsalan Jawed" userId="66ce1ddb-27c8-4da7-83ff-a193b16dacab" providerId="ADAL" clId="{BCDEE8A9-781E-4862-91C9-C6B4E4EECA93}" dt="2025-10-02T07:21:44.424" v="670" actId="22"/>
          <ac:picMkLst>
            <pc:docMk/>
            <pc:sldMk cId="3086343767" sldId="557"/>
            <ac:picMk id="5" creationId="{712B2C31-F0BA-4E57-AECC-64933449DB9F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22:50.029" v="712" actId="1076"/>
        <pc:sldMkLst>
          <pc:docMk/>
          <pc:sldMk cId="1384753633" sldId="558"/>
        </pc:sldMkLst>
        <pc:spChg chg="mod">
          <ac:chgData name="Syed Arsalan Jawed" userId="66ce1ddb-27c8-4da7-83ff-a193b16dacab" providerId="ADAL" clId="{BCDEE8A9-781E-4862-91C9-C6B4E4EECA93}" dt="2025-10-02T07:22:11.658" v="708" actId="20577"/>
          <ac:spMkLst>
            <pc:docMk/>
            <pc:sldMk cId="1384753633" sldId="558"/>
            <ac:spMk id="2" creationId="{E17F174F-5651-4739-92AD-04DB660A599E}"/>
          </ac:spMkLst>
        </pc:spChg>
        <pc:picChg chg="add mod">
          <ac:chgData name="Syed Arsalan Jawed" userId="66ce1ddb-27c8-4da7-83ff-a193b16dacab" providerId="ADAL" clId="{BCDEE8A9-781E-4862-91C9-C6B4E4EECA93}" dt="2025-10-02T07:22:50.029" v="712" actId="1076"/>
          <ac:picMkLst>
            <pc:docMk/>
            <pc:sldMk cId="1384753633" sldId="558"/>
            <ac:picMk id="5" creationId="{0C7CEB8D-5167-48DF-9B2C-885D594CC3EE}"/>
          </ac:picMkLst>
        </pc:picChg>
        <pc:picChg chg="add mod">
          <ac:chgData name="Syed Arsalan Jawed" userId="66ce1ddb-27c8-4da7-83ff-a193b16dacab" providerId="ADAL" clId="{BCDEE8A9-781E-4862-91C9-C6B4E4EECA93}" dt="2025-10-02T07:22:48.116" v="711" actId="1076"/>
          <ac:picMkLst>
            <pc:docMk/>
            <pc:sldMk cId="1384753633" sldId="558"/>
            <ac:picMk id="7" creationId="{CA08AB1F-08B1-47E9-A16E-D3BE4C123E8C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24:01.676" v="717" actId="1076"/>
        <pc:sldMkLst>
          <pc:docMk/>
          <pc:sldMk cId="2559733545" sldId="559"/>
        </pc:sldMkLst>
        <pc:picChg chg="add mod">
          <ac:chgData name="Syed Arsalan Jawed" userId="66ce1ddb-27c8-4da7-83ff-a193b16dacab" providerId="ADAL" clId="{BCDEE8A9-781E-4862-91C9-C6B4E4EECA93}" dt="2025-10-02T07:23:57.980" v="715" actId="1076"/>
          <ac:picMkLst>
            <pc:docMk/>
            <pc:sldMk cId="2559733545" sldId="559"/>
            <ac:picMk id="5" creationId="{04B77EA4-FC76-4C31-A2BF-4E1696E19638}"/>
          </ac:picMkLst>
        </pc:picChg>
        <pc:picChg chg="add mod">
          <ac:chgData name="Syed Arsalan Jawed" userId="66ce1ddb-27c8-4da7-83ff-a193b16dacab" providerId="ADAL" clId="{BCDEE8A9-781E-4862-91C9-C6B4E4EECA93}" dt="2025-10-02T07:24:01.676" v="717" actId="1076"/>
          <ac:picMkLst>
            <pc:docMk/>
            <pc:sldMk cId="2559733545" sldId="559"/>
            <ac:picMk id="7" creationId="{96401B42-F1A0-4A87-A75B-47298E0724ED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35:48.675" v="723" actId="1076"/>
        <pc:sldMkLst>
          <pc:docMk/>
          <pc:sldMk cId="3765878091" sldId="560"/>
        </pc:sldMkLst>
        <pc:picChg chg="add mod">
          <ac:chgData name="Syed Arsalan Jawed" userId="66ce1ddb-27c8-4da7-83ff-a193b16dacab" providerId="ADAL" clId="{BCDEE8A9-781E-4862-91C9-C6B4E4EECA93}" dt="2025-10-02T07:35:48.675" v="723" actId="1076"/>
          <ac:picMkLst>
            <pc:docMk/>
            <pc:sldMk cId="3765878091" sldId="560"/>
            <ac:picMk id="5" creationId="{98624480-45FA-43A0-BA05-79E5B1A9F2C2}"/>
          </ac:picMkLst>
        </pc:picChg>
        <pc:picChg chg="add mod">
          <ac:chgData name="Syed Arsalan Jawed" userId="66ce1ddb-27c8-4da7-83ff-a193b16dacab" providerId="ADAL" clId="{BCDEE8A9-781E-4862-91C9-C6B4E4EECA93}" dt="2025-10-02T07:35:44.406" v="722" actId="1076"/>
          <ac:picMkLst>
            <pc:docMk/>
            <pc:sldMk cId="3765878091" sldId="560"/>
            <ac:picMk id="7" creationId="{DEF60C2D-EA6F-43EE-BDA9-24D9DDEC14E1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36:31.886" v="728" actId="1076"/>
        <pc:sldMkLst>
          <pc:docMk/>
          <pc:sldMk cId="2175139197" sldId="561"/>
        </pc:sldMkLst>
        <pc:picChg chg="add mod">
          <ac:chgData name="Syed Arsalan Jawed" userId="66ce1ddb-27c8-4da7-83ff-a193b16dacab" providerId="ADAL" clId="{BCDEE8A9-781E-4862-91C9-C6B4E4EECA93}" dt="2025-10-02T07:36:12.632" v="726" actId="1076"/>
          <ac:picMkLst>
            <pc:docMk/>
            <pc:sldMk cId="2175139197" sldId="561"/>
            <ac:picMk id="5" creationId="{48AA7617-A6F3-4A43-BF5E-88C686FEA80C}"/>
          </ac:picMkLst>
        </pc:picChg>
        <pc:picChg chg="add mod">
          <ac:chgData name="Syed Arsalan Jawed" userId="66ce1ddb-27c8-4da7-83ff-a193b16dacab" providerId="ADAL" clId="{BCDEE8A9-781E-4862-91C9-C6B4E4EECA93}" dt="2025-10-02T07:36:31.886" v="728" actId="1076"/>
          <ac:picMkLst>
            <pc:docMk/>
            <pc:sldMk cId="2175139197" sldId="561"/>
            <ac:picMk id="7" creationId="{0EC8C503-7A08-4372-8702-F550E27D7076}"/>
          </ac:picMkLst>
        </pc:picChg>
      </pc:sldChg>
      <pc:sldChg chg="addSp new mod">
        <pc:chgData name="Syed Arsalan Jawed" userId="66ce1ddb-27c8-4da7-83ff-a193b16dacab" providerId="ADAL" clId="{BCDEE8A9-781E-4862-91C9-C6B4E4EECA93}" dt="2025-10-02T07:36:55.818" v="730" actId="22"/>
        <pc:sldMkLst>
          <pc:docMk/>
          <pc:sldMk cId="317625841" sldId="562"/>
        </pc:sldMkLst>
        <pc:picChg chg="add">
          <ac:chgData name="Syed Arsalan Jawed" userId="66ce1ddb-27c8-4da7-83ff-a193b16dacab" providerId="ADAL" clId="{BCDEE8A9-781E-4862-91C9-C6B4E4EECA93}" dt="2025-10-02T07:36:55.818" v="730" actId="22"/>
          <ac:picMkLst>
            <pc:docMk/>
            <pc:sldMk cId="317625841" sldId="562"/>
            <ac:picMk id="5" creationId="{ABFD20C8-3D57-495A-A95C-32BF834A2FEE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38:08.848" v="783" actId="14100"/>
        <pc:sldMkLst>
          <pc:docMk/>
          <pc:sldMk cId="1275676861" sldId="563"/>
        </pc:sldMkLst>
        <pc:spChg chg="mod">
          <ac:chgData name="Syed Arsalan Jawed" userId="66ce1ddb-27c8-4da7-83ff-a193b16dacab" providerId="ADAL" clId="{BCDEE8A9-781E-4862-91C9-C6B4E4EECA93}" dt="2025-10-02T07:37:17.754" v="778" actId="20577"/>
          <ac:spMkLst>
            <pc:docMk/>
            <pc:sldMk cId="1275676861" sldId="563"/>
            <ac:spMk id="2" creationId="{1107190B-8DBD-47B5-A9B4-46F2A61F3D79}"/>
          </ac:spMkLst>
        </pc:spChg>
        <pc:spChg chg="del mod">
          <ac:chgData name="Syed Arsalan Jawed" userId="66ce1ddb-27c8-4da7-83ff-a193b16dacab" providerId="ADAL" clId="{BCDEE8A9-781E-4862-91C9-C6B4E4EECA93}" dt="2025-10-02T07:38:02.220" v="780" actId="478"/>
          <ac:spMkLst>
            <pc:docMk/>
            <pc:sldMk cId="1275676861" sldId="563"/>
            <ac:spMk id="3" creationId="{3B70CB2D-7B04-4205-85D9-C5DF86FA906C}"/>
          </ac:spMkLst>
        </pc:spChg>
        <pc:picChg chg="add mod">
          <ac:chgData name="Syed Arsalan Jawed" userId="66ce1ddb-27c8-4da7-83ff-a193b16dacab" providerId="ADAL" clId="{BCDEE8A9-781E-4862-91C9-C6B4E4EECA93}" dt="2025-10-02T07:38:08.848" v="783" actId="14100"/>
          <ac:picMkLst>
            <pc:docMk/>
            <pc:sldMk cId="1275676861" sldId="563"/>
            <ac:picMk id="5" creationId="{7AE32EE6-3AFE-4B56-9220-028471FD4B34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46:13.409" v="788" actId="1076"/>
        <pc:sldMkLst>
          <pc:docMk/>
          <pc:sldMk cId="3169654163" sldId="564"/>
        </pc:sldMkLst>
        <pc:picChg chg="add mod">
          <ac:chgData name="Syed Arsalan Jawed" userId="66ce1ddb-27c8-4da7-83ff-a193b16dacab" providerId="ADAL" clId="{BCDEE8A9-781E-4862-91C9-C6B4E4EECA93}" dt="2025-10-02T07:46:00.832" v="786" actId="1076"/>
          <ac:picMkLst>
            <pc:docMk/>
            <pc:sldMk cId="3169654163" sldId="564"/>
            <ac:picMk id="5" creationId="{A89CAE32-E472-4312-821D-A36A9A77C620}"/>
          </ac:picMkLst>
        </pc:picChg>
        <pc:picChg chg="add mod">
          <ac:chgData name="Syed Arsalan Jawed" userId="66ce1ddb-27c8-4da7-83ff-a193b16dacab" providerId="ADAL" clId="{BCDEE8A9-781E-4862-91C9-C6B4E4EECA93}" dt="2025-10-02T07:46:13.409" v="788" actId="1076"/>
          <ac:picMkLst>
            <pc:docMk/>
            <pc:sldMk cId="3169654163" sldId="564"/>
            <ac:picMk id="7" creationId="{E541A474-DEEF-4ED5-99F6-6F7EC96C1628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49:26.129" v="834" actId="14100"/>
        <pc:sldMkLst>
          <pc:docMk/>
          <pc:sldMk cId="4169313487" sldId="565"/>
        </pc:sldMkLst>
        <pc:spChg chg="mod">
          <ac:chgData name="Syed Arsalan Jawed" userId="66ce1ddb-27c8-4da7-83ff-a193b16dacab" providerId="ADAL" clId="{BCDEE8A9-781E-4862-91C9-C6B4E4EECA93}" dt="2025-10-02T07:47:12.496" v="824" actId="20577"/>
          <ac:spMkLst>
            <pc:docMk/>
            <pc:sldMk cId="4169313487" sldId="565"/>
            <ac:spMk id="2" creationId="{4243733C-D0BC-4262-AB8F-6C408200FD2B}"/>
          </ac:spMkLst>
        </pc:spChg>
        <pc:spChg chg="del mod">
          <ac:chgData name="Syed Arsalan Jawed" userId="66ce1ddb-27c8-4da7-83ff-a193b16dacab" providerId="ADAL" clId="{BCDEE8A9-781E-4862-91C9-C6B4E4EECA93}" dt="2025-10-02T07:48:45.160" v="826" actId="478"/>
          <ac:spMkLst>
            <pc:docMk/>
            <pc:sldMk cId="4169313487" sldId="565"/>
            <ac:spMk id="3" creationId="{675947D1-BCB2-4658-8172-E44833243DB1}"/>
          </ac:spMkLst>
        </pc:spChg>
        <pc:picChg chg="add mod">
          <ac:chgData name="Syed Arsalan Jawed" userId="66ce1ddb-27c8-4da7-83ff-a193b16dacab" providerId="ADAL" clId="{BCDEE8A9-781E-4862-91C9-C6B4E4EECA93}" dt="2025-10-02T07:49:19.830" v="831" actId="1076"/>
          <ac:picMkLst>
            <pc:docMk/>
            <pc:sldMk cId="4169313487" sldId="565"/>
            <ac:picMk id="5" creationId="{E3929EE9-1C5C-4DF8-8719-B0FF0462A9C7}"/>
          </ac:picMkLst>
        </pc:picChg>
        <pc:picChg chg="add mod">
          <ac:chgData name="Syed Arsalan Jawed" userId="66ce1ddb-27c8-4da7-83ff-a193b16dacab" providerId="ADAL" clId="{BCDEE8A9-781E-4862-91C9-C6B4E4EECA93}" dt="2025-10-02T07:49:26.129" v="834" actId="14100"/>
          <ac:picMkLst>
            <pc:docMk/>
            <pc:sldMk cId="4169313487" sldId="565"/>
            <ac:picMk id="7" creationId="{B2C2EA3E-E566-4998-8351-BE7EF6B05297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49:58.703" v="838" actId="14100"/>
        <pc:sldMkLst>
          <pc:docMk/>
          <pc:sldMk cId="967158725" sldId="566"/>
        </pc:sldMkLst>
        <pc:picChg chg="add mod">
          <ac:chgData name="Syed Arsalan Jawed" userId="66ce1ddb-27c8-4da7-83ff-a193b16dacab" providerId="ADAL" clId="{BCDEE8A9-781E-4862-91C9-C6B4E4EECA93}" dt="2025-10-02T07:49:58.703" v="838" actId="14100"/>
          <ac:picMkLst>
            <pc:docMk/>
            <pc:sldMk cId="967158725" sldId="566"/>
            <ac:picMk id="5" creationId="{351F67AD-A640-42BC-AF4B-ECB9C1F293EE}"/>
          </ac:picMkLst>
        </pc:picChg>
      </pc:sldChg>
      <pc:sldChg chg="modSp new mod">
        <pc:chgData name="Syed Arsalan Jawed" userId="66ce1ddb-27c8-4da7-83ff-a193b16dacab" providerId="ADAL" clId="{BCDEE8A9-781E-4862-91C9-C6B4E4EECA93}" dt="2025-10-02T07:50:52.828" v="964" actId="20577"/>
        <pc:sldMkLst>
          <pc:docMk/>
          <pc:sldMk cId="2578372625" sldId="567"/>
        </pc:sldMkLst>
        <pc:spChg chg="mod">
          <ac:chgData name="Syed Arsalan Jawed" userId="66ce1ddb-27c8-4da7-83ff-a193b16dacab" providerId="ADAL" clId="{BCDEE8A9-781E-4862-91C9-C6B4E4EECA93}" dt="2025-10-02T07:50:26.706" v="851" actId="20577"/>
          <ac:spMkLst>
            <pc:docMk/>
            <pc:sldMk cId="2578372625" sldId="567"/>
            <ac:spMk id="2" creationId="{50DEE9A7-EAB3-4BBF-9DA8-D79769E9654C}"/>
          </ac:spMkLst>
        </pc:spChg>
        <pc:spChg chg="mod">
          <ac:chgData name="Syed Arsalan Jawed" userId="66ce1ddb-27c8-4da7-83ff-a193b16dacab" providerId="ADAL" clId="{BCDEE8A9-781E-4862-91C9-C6B4E4EECA93}" dt="2025-10-02T07:50:52.828" v="964" actId="20577"/>
          <ac:spMkLst>
            <pc:docMk/>
            <pc:sldMk cId="2578372625" sldId="567"/>
            <ac:spMk id="3" creationId="{2677511D-8BA4-4326-9215-DDD2379E3E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6BCC-70D7-162C-290C-39A4487F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03F13-7D60-7AEE-BDFA-E84D0B807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6693-AAF0-9E8C-E98E-EE27394A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F1C0D-24EC-F749-442D-7E1B0F26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07026-1708-D1B8-B63E-EA5F531F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124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F9D5-95E9-CC56-8C89-F8B20604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3058"/>
          </a:xfrm>
          <a:solidFill>
            <a:srgbClr val="482066"/>
          </a:solidFill>
          <a:effectLst>
            <a:softEdge rad="63500"/>
          </a:effectLst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1DD2-4B3A-714C-33BC-07FC32D51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8843-DA5F-B24B-EA77-96062E05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F54F-6DD0-9869-DAA0-0202D2EC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88F4A-4E87-62F8-D8FE-584712E9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510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0BEB-BAA9-4DC0-0D9C-39D1563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C5818-EC5D-3793-6EA0-24169A07A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B7620-46F7-8EBB-CD02-5F4E741D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B129-0381-8E1A-08BE-DB8E7ED3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A709-17E3-7C70-278D-A9DC0910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743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F8AA-233F-F2A7-7E8D-0BEA5DA6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78BA-D556-6E16-0C81-97C444A6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BCEB-BBA3-AFA0-3FD2-51BCBC93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715B1-2913-B8D2-2DF7-E5906B54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C7766-489B-1E19-A08F-21DB6ECE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0522C-EB24-F9F0-1FBE-9FA218C3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023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B183-D083-FF71-4399-32A6B7FF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3CD7-8AE5-B9C2-304C-BE4E3459F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C0887-24D9-3176-E5B0-648F7BAFF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A4E6E-1F45-DE66-C15E-8BDC9189A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4CF64-4618-41D7-CA52-B1FB14A89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DB9B2-C4B0-B1EB-4EED-4AF2E823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A31CC-BB6D-712D-C214-26F2C20D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E060F-B423-CF75-443C-5EEB92E7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304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D22B-FBA9-FD03-5DE1-DC2C87BA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D775B-DC1D-9B27-E412-C9FFAB55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C171C-FDA7-CBA2-282E-B38DBC40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AD5EC-B908-D322-0476-7C7BD9D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126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0A6CF-9FC5-B648-A9AA-4105D58D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B65D-69B3-5BB0-1D4C-BD275160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829AE-01EE-3FAA-83AE-5990E751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029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70CF-E911-0886-2131-59F0AC50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13D6-D9F1-77DA-2B55-26362235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BA533-E495-2364-6C75-721F63E59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EE80D-EC33-8E17-96E8-78D8DA44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5FD0-5029-0C6E-A3C2-D990E2DD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D881-6A79-900C-A82C-9982878C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28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99E9-468B-34C9-F6F3-CD922601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3AA2D-1146-2290-AD3D-2ED99B381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96927-1FBF-1156-8987-244C46E6D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D736D-5B62-3A42-2B93-710CD6EE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5801-C3AE-4FCB-12FF-9303353D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2DD-594B-65EA-6EB2-C2C2CA9C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315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EDEE-8006-E009-42D1-6144C1C8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7E436-A277-04C4-E872-BADEB4714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92443-FB86-9D2B-F6D7-51D9B7A8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8989B-F8ED-7AA4-FC08-F2334931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5872-5F59-6B8E-1949-99F74569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60B10-A51D-A0EF-4851-767662986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7BE24-B602-3BCA-55CB-620A9EB6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CB2B-C632-71E5-D1B2-7D2EE3E9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D656-B437-7D30-9792-3BA9F24C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033E-00E7-C80F-B485-5AF2ED58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887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9B7E3-9E91-D879-E5E6-E50915ED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8408-93C6-7731-85DF-0E9B61EC8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5C95-39A7-3784-33B7-DCF4C096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C255-BD1C-4C4C-A85E-6964CA30C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C5D25-A4FA-38E1-5115-D7AE04D83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90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F514-9A78-EF55-227F-5144BDBF5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00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Linear Integrated Circuits</a:t>
            </a:r>
            <a:br>
              <a:rPr lang="en-US" sz="4400" dirty="0">
                <a:latin typeface="Arial Black" panose="020B0A04020102020204" pitchFamily="34" charset="0"/>
              </a:rPr>
            </a:br>
            <a:r>
              <a:rPr lang="en-US" sz="4400" dirty="0">
                <a:latin typeface="Arial Black" panose="020B0A04020102020204" pitchFamily="34" charset="0"/>
              </a:rPr>
              <a:t>EE-411 L1</a:t>
            </a:r>
            <a:endParaRPr lang="en-PK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67814-C489-047E-0FD5-0A8A21AE7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75280"/>
            <a:ext cx="12192000" cy="1701800"/>
          </a:xfrm>
          <a:solidFill>
            <a:srgbClr val="482066"/>
          </a:solidFill>
          <a:ln>
            <a:solidFill>
              <a:schemeClr val="tx1"/>
            </a:solidFill>
          </a:ln>
          <a:effectLst>
            <a:softEdge rad="127000"/>
          </a:effectLst>
        </p:spPr>
        <p:txBody>
          <a:bodyPr>
            <a:normAutofit fontScale="92500" lnSpcReduction="10000"/>
          </a:bodyPr>
          <a:lstStyle/>
          <a:p>
            <a:endParaRPr lang="en-US" sz="1900" b="1" i="1" dirty="0">
              <a:solidFill>
                <a:srgbClr val="FFCC99"/>
              </a:solidFill>
            </a:endParaRPr>
          </a:p>
          <a:p>
            <a:r>
              <a:rPr lang="en-US" sz="2800" b="1" i="1" dirty="0">
                <a:solidFill>
                  <a:srgbClr val="FFCC99"/>
                </a:solidFill>
              </a:rPr>
              <a:t>Dr. Syed Arsalan Jawed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Associate Professor of Practice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Office Hours : W-301, Tuesday/Thursday : 1600-1700</a:t>
            </a:r>
          </a:p>
          <a:p>
            <a:endParaRPr lang="en-PK" sz="5400" b="1" i="1" dirty="0">
              <a:solidFill>
                <a:srgbClr val="FFCC99"/>
              </a:solidFill>
            </a:endParaRPr>
          </a:p>
        </p:txBody>
      </p:sp>
      <p:pic>
        <p:nvPicPr>
          <p:cNvPr id="4" name="Picture 3" descr="Habib University | Karachi">
            <a:extLst>
              <a:ext uri="{FF2B5EF4-FFF2-40B4-BE49-F238E27FC236}">
                <a16:creationId xmlns:a16="http://schemas.microsoft.com/office/drawing/2014/main" id="{AF00590E-2E67-F4EA-EE20-F5854B6E4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5" y="0"/>
            <a:ext cx="1648874" cy="174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8C8C2F-4984-CA8B-B921-6A82ABA91B13}"/>
              </a:ext>
            </a:extLst>
          </p:cNvPr>
          <p:cNvSpPr txBox="1"/>
          <p:nvPr/>
        </p:nvSpPr>
        <p:spPr>
          <a:xfrm>
            <a:off x="0" y="5849649"/>
            <a:ext cx="12192000" cy="954107"/>
          </a:xfrm>
          <a:prstGeom prst="rect">
            <a:avLst/>
          </a:prstGeom>
          <a:solidFill>
            <a:srgbClr val="482066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C99"/>
                </a:solidFill>
              </a:rPr>
              <a:t>!</a:t>
            </a:r>
            <a:r>
              <a:rPr lang="en-PK" sz="3600" dirty="0" err="1">
                <a:solidFill>
                  <a:srgbClr val="FFCC99"/>
                </a:solidFill>
              </a:rPr>
              <a:t>پھربرق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فروزاں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ہےسر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وادی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سینا</a:t>
            </a:r>
            <a:r>
              <a:rPr lang="en-PK" sz="3600" dirty="0">
                <a:solidFill>
                  <a:srgbClr val="FFCC99"/>
                </a:solidFill>
              </a:rPr>
              <a:t> ، </a:t>
            </a:r>
            <a:r>
              <a:rPr lang="en-PK" sz="3600" dirty="0" err="1">
                <a:solidFill>
                  <a:srgbClr val="FFCC99"/>
                </a:solidFill>
              </a:rPr>
              <a:t>اۓدیدہ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بینا</a:t>
            </a:r>
            <a:endParaRPr lang="en-US" sz="3600" dirty="0">
              <a:solidFill>
                <a:srgbClr val="FFCC99"/>
              </a:solidFill>
            </a:endParaRPr>
          </a:p>
          <a:p>
            <a:pPr algn="ctr"/>
            <a:r>
              <a:rPr lang="en-US" sz="2000" b="1" i="1" dirty="0">
                <a:solidFill>
                  <a:srgbClr val="FFCC99"/>
                </a:solidFill>
              </a:rPr>
              <a:t>The flame of illumination set ablaze…. O’ the beholder of sight!</a:t>
            </a:r>
            <a:endParaRPr lang="en-PK" sz="2000" b="1" i="1" dirty="0">
              <a:solidFill>
                <a:srgbClr val="FFCC99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FEAD32F-8523-D526-836F-32B9BFD9DD94}"/>
              </a:ext>
            </a:extLst>
          </p:cNvPr>
          <p:cNvSpPr txBox="1">
            <a:spLocks/>
          </p:cNvSpPr>
          <p:nvPr/>
        </p:nvSpPr>
        <p:spPr>
          <a:xfrm>
            <a:off x="1524000" y="4808246"/>
            <a:ext cx="9144000" cy="8278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/>
              <a:t>September 02-04, </a:t>
            </a:r>
            <a:r>
              <a:rPr lang="en-US" b="1" i="1" dirty="0"/>
              <a:t>2025</a:t>
            </a:r>
          </a:p>
          <a:p>
            <a:r>
              <a:rPr lang="en-US" b="1" i="1" dirty="0"/>
              <a:t>H-505</a:t>
            </a:r>
            <a:endParaRPr lang="en-PK" b="1" i="1" dirty="0"/>
          </a:p>
        </p:txBody>
      </p:sp>
    </p:spTree>
    <p:extLst>
      <p:ext uri="{BB962C8B-B14F-4D97-AF65-F5344CB8AC3E}">
        <p14:creationId xmlns:p14="http://schemas.microsoft.com/office/powerpoint/2010/main" val="353940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5B9A6-905C-4559-93BD-89E93D1F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in Feedback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219F5-59C7-45FF-9606-F0AB020A3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2D0A0-7688-409C-83A1-B8562BB2F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2" y="993059"/>
            <a:ext cx="8235374" cy="5997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34217-C4E3-4DBA-A4A8-C1EA9FD9D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817" y="4196614"/>
            <a:ext cx="4694301" cy="4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26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BCBF-72F5-4F44-AA4C-FA595836E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14 : Analog Filters (skipping Chapter 13 for now)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04A99-48D6-4640-A5FB-9B6EA5EF7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790" y="1510301"/>
            <a:ext cx="9152982" cy="366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58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AA38-F21E-4EC2-981C-D94DEC4D7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74954-CAA7-44CB-B19B-74BD69BA0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65" y="147306"/>
            <a:ext cx="7454160" cy="4707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63990C-8B8F-4981-88B4-DE847096B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878" y="4855197"/>
            <a:ext cx="6233227" cy="185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344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7CD4-D5F5-484B-82A1-84FC3316F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026DA-DC14-47B3-835F-4E274D8D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1CF7B5-E374-4251-8DB2-B7B0D8B7A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834" y="1078392"/>
            <a:ext cx="8285252" cy="573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9CCB-8001-4007-81CE-EFBF45F8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Characteristics/Specifications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55288-BC24-4FD9-A2E3-044645890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6A00E-DDDB-4FAD-A8B3-B99A9749B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36" y="1037148"/>
            <a:ext cx="6678202" cy="31863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DDE868-5EB9-4F69-B81C-4101E7376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429000"/>
            <a:ext cx="5801475" cy="336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7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EE84-358D-4801-AA08-332BBF35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Filters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B4C2A-BD83-4095-9FDB-167FAC4DE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954" y="1085428"/>
            <a:ext cx="10693252" cy="2796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F256AB-A63F-416D-84C4-B1C14B804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684" y="3974494"/>
            <a:ext cx="8181653" cy="288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3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6DC76-916D-423B-828B-20F145A5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Transfer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457981-C1F8-4407-9487-867653D1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222" y="1068515"/>
            <a:ext cx="12332010" cy="3955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ABCC39-8178-4DB9-9787-D2A15F18E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880" y="5617982"/>
            <a:ext cx="8621066" cy="124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E080-968D-4ACD-982C-B0796211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6FFE-0B14-4FBC-8ADE-3653EADBF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B67D3-6FFA-4609-91E3-2967EFFC7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69" y="1095049"/>
            <a:ext cx="9671758" cy="545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5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CF4E-825B-4FEB-8038-CCE7C08B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Poles, Zeros and S-Plane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1B47F-015D-4910-A531-E7C4CFD8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B109B-81B2-46CD-84BA-075E3E6E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11" y="1457410"/>
            <a:ext cx="9126224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79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27FD9-4A88-4BBC-8B9D-0754D86A0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14.4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A5E6D-1118-4D40-A49C-08B72F1CD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571" y="993059"/>
            <a:ext cx="7126250" cy="581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51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3581-89DC-4B42-BE64-AC1C9972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547CA-46C1-404A-B0B3-7809EF2CE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102" y="993059"/>
            <a:ext cx="7763958" cy="2476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D4C38C-BFC0-4BCF-877C-0B17ECB1A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125" y="3346907"/>
            <a:ext cx="8773749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56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525D-1BE9-4AE4-B42C-EF61B6FFF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Butterworth and </a:t>
            </a:r>
            <a:r>
              <a:rPr lang="en-US" dirty="0" err="1"/>
              <a:t>Chebychev</a:t>
            </a:r>
            <a:r>
              <a:rPr lang="en-US" dirty="0"/>
              <a:t>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6D818-B680-40F4-814C-549643705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Butterworth : </a:t>
            </a:r>
            <a:r>
              <a:rPr lang="en-US" dirty="0" err="1"/>
              <a:t>Equi</a:t>
            </a:r>
            <a:r>
              <a:rPr lang="en-US" dirty="0"/>
              <a:t> placement of pole – maximum flat response in passband, slow transition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D8D43-7A76-4428-9799-63DE9EE01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078" y="2066255"/>
            <a:ext cx="8745170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63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297F4-3639-4CA4-928C-9E24DD86C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B1931-DC8C-43A8-8D4C-824140483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Chebychev</a:t>
            </a:r>
            <a:r>
              <a:rPr lang="en-US" dirty="0"/>
              <a:t> : Self Study</a:t>
            </a:r>
          </a:p>
        </p:txBody>
      </p:sp>
    </p:spTree>
    <p:extLst>
      <p:ext uri="{BB962C8B-B14F-4D97-AF65-F5344CB8AC3E}">
        <p14:creationId xmlns:p14="http://schemas.microsoft.com/office/powerpoint/2010/main" val="62248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44039</TotalTime>
  <Words>111</Words>
  <Application>Microsoft Office PowerPoint</Application>
  <PresentationFormat>Widescreen</PresentationFormat>
  <Paragraphs>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Office Theme</vt:lpstr>
      <vt:lpstr>Linear Integrated Circuits EE-411 L1</vt:lpstr>
      <vt:lpstr>Stability in Feedback System</vt:lpstr>
      <vt:lpstr>Chapter 14 : Analog Filters (skipping Chapter 13 for now)</vt:lpstr>
      <vt:lpstr>PowerPoint Presentation</vt:lpstr>
      <vt:lpstr>Filter Types</vt:lpstr>
      <vt:lpstr>Filter Characteristics/Specifications</vt:lpstr>
      <vt:lpstr>Classification of Filters</vt:lpstr>
      <vt:lpstr>Filter Transfer Function</vt:lpstr>
      <vt:lpstr>PowerPoint Presentation</vt:lpstr>
      <vt:lpstr>Poles, Zeros and S-Plane</vt:lpstr>
      <vt:lpstr>Example 14.4</vt:lpstr>
      <vt:lpstr>PowerPoint Presentation</vt:lpstr>
      <vt:lpstr>Butterworth and Chebychev Filters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Microchip Design Collaborative Achievements, Panel Talk and Alumni Journey</dc:title>
  <dc:creator>Arsalan Jawed</dc:creator>
  <cp:lastModifiedBy>Syed Arsalan Jawed</cp:lastModifiedBy>
  <cp:revision>92</cp:revision>
  <dcterms:created xsi:type="dcterms:W3CDTF">2024-03-09T05:31:06Z</dcterms:created>
  <dcterms:modified xsi:type="dcterms:W3CDTF">2025-10-09T06:59:57Z</dcterms:modified>
</cp:coreProperties>
</file>