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521" r:id="rId3"/>
    <p:sldId id="522" r:id="rId4"/>
    <p:sldId id="523" r:id="rId5"/>
    <p:sldId id="524" r:id="rId6"/>
    <p:sldId id="525" r:id="rId7"/>
    <p:sldId id="526" r:id="rId8"/>
    <p:sldId id="527" r:id="rId9"/>
    <p:sldId id="528" r:id="rId10"/>
    <p:sldId id="529" r:id="rId11"/>
    <p:sldId id="530" r:id="rId12"/>
    <p:sldId id="531" r:id="rId13"/>
    <p:sldId id="532" r:id="rId14"/>
    <p:sldId id="533" r:id="rId15"/>
    <p:sldId id="534" r:id="rId16"/>
    <p:sldId id="535" r:id="rId17"/>
    <p:sldId id="536" r:id="rId18"/>
    <p:sldId id="537" r:id="rId19"/>
    <p:sldId id="538" r:id="rId2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216D"/>
    <a:srgbClr val="FFCC99"/>
    <a:srgbClr val="482066"/>
    <a:srgbClr val="57267C"/>
    <a:srgbClr val="99DDEB"/>
    <a:srgbClr val="FFA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66" d="100"/>
          <a:sy n="66" d="100"/>
        </p:scale>
        <p:origin x="5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Arsalan Jawed" userId="66ce1ddb-27c8-4da7-83ff-a193b16dacab" providerId="ADAL" clId="{310D1287-F4E9-4EA4-BC1A-045E12DB3510}"/>
    <pc:docChg chg="custSel addSld delSld modSld">
      <pc:chgData name="Syed Arsalan Jawed" userId="66ce1ddb-27c8-4da7-83ff-a193b16dacab" providerId="ADAL" clId="{310D1287-F4E9-4EA4-BC1A-045E12DB3510}" dt="2025-09-16T06:16:27.417" v="512" actId="1076"/>
      <pc:docMkLst>
        <pc:docMk/>
      </pc:docMkLst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653819646" sldId="493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3510226721" sldId="494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3875115685" sldId="495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123504248" sldId="496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498994860" sldId="497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3556732212" sldId="498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1755943599" sldId="499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2954365983" sldId="500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4008536964" sldId="501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533568078" sldId="502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1712585678" sldId="503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4159834779" sldId="504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1343089114" sldId="505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3215678288" sldId="506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627047304" sldId="507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2221049717" sldId="508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1287437495" sldId="509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2510193313" sldId="510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795890250" sldId="511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367246988" sldId="512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2500299445" sldId="513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3857619131" sldId="514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3489643256" sldId="515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2861667141" sldId="516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65862037" sldId="517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2699849898" sldId="518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3054012580" sldId="519"/>
        </pc:sldMkLst>
      </pc:sldChg>
      <pc:sldChg chg="del">
        <pc:chgData name="Syed Arsalan Jawed" userId="66ce1ddb-27c8-4da7-83ff-a193b16dacab" providerId="ADAL" clId="{310D1287-F4E9-4EA4-BC1A-045E12DB3510}" dt="2025-09-16T05:49:32.740" v="0" actId="47"/>
        <pc:sldMkLst>
          <pc:docMk/>
          <pc:sldMk cId="3279387488" sldId="520"/>
        </pc:sldMkLst>
      </pc:sldChg>
      <pc:sldChg chg="addSp modSp new mod">
        <pc:chgData name="Syed Arsalan Jawed" userId="66ce1ddb-27c8-4da7-83ff-a193b16dacab" providerId="ADAL" clId="{310D1287-F4E9-4EA4-BC1A-045E12DB3510}" dt="2025-09-16T05:51:04.383" v="45" actId="1076"/>
        <pc:sldMkLst>
          <pc:docMk/>
          <pc:sldMk cId="1125279735" sldId="524"/>
        </pc:sldMkLst>
        <pc:spChg chg="mod">
          <ac:chgData name="Syed Arsalan Jawed" userId="66ce1ddb-27c8-4da7-83ff-a193b16dacab" providerId="ADAL" clId="{310D1287-F4E9-4EA4-BC1A-045E12DB3510}" dt="2025-09-16T05:50:55.800" v="41" actId="20577"/>
          <ac:spMkLst>
            <pc:docMk/>
            <pc:sldMk cId="1125279735" sldId="524"/>
            <ac:spMk id="2" creationId="{4F47FCE1-A5A2-44DF-8F4C-FCA1B47B08EC}"/>
          </ac:spMkLst>
        </pc:spChg>
        <pc:picChg chg="add mod">
          <ac:chgData name="Syed Arsalan Jawed" userId="66ce1ddb-27c8-4da7-83ff-a193b16dacab" providerId="ADAL" clId="{310D1287-F4E9-4EA4-BC1A-045E12DB3510}" dt="2025-09-16T05:51:04.383" v="45" actId="1076"/>
          <ac:picMkLst>
            <pc:docMk/>
            <pc:sldMk cId="1125279735" sldId="524"/>
            <ac:picMk id="5" creationId="{9A09E19B-D7FB-4E83-9B76-B12948E842C4}"/>
          </ac:picMkLst>
        </pc:picChg>
      </pc:sldChg>
      <pc:sldChg chg="addSp modSp new mod">
        <pc:chgData name="Syed Arsalan Jawed" userId="66ce1ddb-27c8-4da7-83ff-a193b16dacab" providerId="ADAL" clId="{310D1287-F4E9-4EA4-BC1A-045E12DB3510}" dt="2025-09-16T05:58:03.444" v="169" actId="1076"/>
        <pc:sldMkLst>
          <pc:docMk/>
          <pc:sldMk cId="2351676388" sldId="525"/>
        </pc:sldMkLst>
        <pc:spChg chg="mod">
          <ac:chgData name="Syed Arsalan Jawed" userId="66ce1ddb-27c8-4da7-83ff-a193b16dacab" providerId="ADAL" clId="{310D1287-F4E9-4EA4-BC1A-045E12DB3510}" dt="2025-09-16T05:52:57.163" v="89" actId="20577"/>
          <ac:spMkLst>
            <pc:docMk/>
            <pc:sldMk cId="2351676388" sldId="525"/>
            <ac:spMk id="2" creationId="{5B0216E1-DB2E-443C-A9ED-394A98E1B032}"/>
          </ac:spMkLst>
        </pc:spChg>
        <pc:spChg chg="mod">
          <ac:chgData name="Syed Arsalan Jawed" userId="66ce1ddb-27c8-4da7-83ff-a193b16dacab" providerId="ADAL" clId="{310D1287-F4E9-4EA4-BC1A-045E12DB3510}" dt="2025-09-16T05:55:28.446" v="162" actId="404"/>
          <ac:spMkLst>
            <pc:docMk/>
            <pc:sldMk cId="2351676388" sldId="525"/>
            <ac:spMk id="3" creationId="{A392F675-591B-41CF-B34A-85DE4371B10D}"/>
          </ac:spMkLst>
        </pc:spChg>
        <pc:picChg chg="add mod">
          <ac:chgData name="Syed Arsalan Jawed" userId="66ce1ddb-27c8-4da7-83ff-a193b16dacab" providerId="ADAL" clId="{310D1287-F4E9-4EA4-BC1A-045E12DB3510}" dt="2025-09-16T05:58:01.192" v="168" actId="1076"/>
          <ac:picMkLst>
            <pc:docMk/>
            <pc:sldMk cId="2351676388" sldId="525"/>
            <ac:picMk id="5" creationId="{7BF1EF55-843A-483E-8E18-47DEBCECAC57}"/>
          </ac:picMkLst>
        </pc:picChg>
        <pc:picChg chg="add mod">
          <ac:chgData name="Syed Arsalan Jawed" userId="66ce1ddb-27c8-4da7-83ff-a193b16dacab" providerId="ADAL" clId="{310D1287-F4E9-4EA4-BC1A-045E12DB3510}" dt="2025-09-16T05:58:03.444" v="169" actId="1076"/>
          <ac:picMkLst>
            <pc:docMk/>
            <pc:sldMk cId="2351676388" sldId="525"/>
            <ac:picMk id="7" creationId="{792F5ED4-B9B1-4AE5-95E4-CC27339ADFF9}"/>
          </ac:picMkLst>
        </pc:picChg>
      </pc:sldChg>
      <pc:sldChg chg="addSp modSp new mod">
        <pc:chgData name="Syed Arsalan Jawed" userId="66ce1ddb-27c8-4da7-83ff-a193b16dacab" providerId="ADAL" clId="{310D1287-F4E9-4EA4-BC1A-045E12DB3510}" dt="2025-09-16T05:59:14.534" v="172" actId="1076"/>
        <pc:sldMkLst>
          <pc:docMk/>
          <pc:sldMk cId="2936608557" sldId="526"/>
        </pc:sldMkLst>
        <pc:picChg chg="add mod">
          <ac:chgData name="Syed Arsalan Jawed" userId="66ce1ddb-27c8-4da7-83ff-a193b16dacab" providerId="ADAL" clId="{310D1287-F4E9-4EA4-BC1A-045E12DB3510}" dt="2025-09-16T05:59:14.534" v="172" actId="1076"/>
          <ac:picMkLst>
            <pc:docMk/>
            <pc:sldMk cId="2936608557" sldId="526"/>
            <ac:picMk id="5" creationId="{84FC1A05-7E9E-410C-A0E8-C6526E4E6CB1}"/>
          </ac:picMkLst>
        </pc:picChg>
      </pc:sldChg>
      <pc:sldChg chg="addSp modSp new mod">
        <pc:chgData name="Syed Arsalan Jawed" userId="66ce1ddb-27c8-4da7-83ff-a193b16dacab" providerId="ADAL" clId="{310D1287-F4E9-4EA4-BC1A-045E12DB3510}" dt="2025-09-16T05:59:59.534" v="176" actId="1076"/>
        <pc:sldMkLst>
          <pc:docMk/>
          <pc:sldMk cId="4044874286" sldId="527"/>
        </pc:sldMkLst>
        <pc:picChg chg="add mod">
          <ac:chgData name="Syed Arsalan Jawed" userId="66ce1ddb-27c8-4da7-83ff-a193b16dacab" providerId="ADAL" clId="{310D1287-F4E9-4EA4-BC1A-045E12DB3510}" dt="2025-09-16T05:59:59.534" v="176" actId="1076"/>
          <ac:picMkLst>
            <pc:docMk/>
            <pc:sldMk cId="4044874286" sldId="527"/>
            <ac:picMk id="5" creationId="{549E43B7-DECB-468C-B895-04E7B1F6E356}"/>
          </ac:picMkLst>
        </pc:picChg>
      </pc:sldChg>
      <pc:sldChg chg="addSp modSp new mod">
        <pc:chgData name="Syed Arsalan Jawed" userId="66ce1ddb-27c8-4da7-83ff-a193b16dacab" providerId="ADAL" clId="{310D1287-F4E9-4EA4-BC1A-045E12DB3510}" dt="2025-09-16T06:01:23.323" v="188" actId="1076"/>
        <pc:sldMkLst>
          <pc:docMk/>
          <pc:sldMk cId="3900750785" sldId="528"/>
        </pc:sldMkLst>
        <pc:spChg chg="mod">
          <ac:chgData name="Syed Arsalan Jawed" userId="66ce1ddb-27c8-4da7-83ff-a193b16dacab" providerId="ADAL" clId="{310D1287-F4E9-4EA4-BC1A-045E12DB3510}" dt="2025-09-16T06:00:33.900" v="186" actId="20577"/>
          <ac:spMkLst>
            <pc:docMk/>
            <pc:sldMk cId="3900750785" sldId="528"/>
            <ac:spMk id="2" creationId="{B0790D5D-5D5E-4B3F-A9FE-502FC35B74BF}"/>
          </ac:spMkLst>
        </pc:spChg>
        <pc:picChg chg="add mod">
          <ac:chgData name="Syed Arsalan Jawed" userId="66ce1ddb-27c8-4da7-83ff-a193b16dacab" providerId="ADAL" clId="{310D1287-F4E9-4EA4-BC1A-045E12DB3510}" dt="2025-09-16T06:01:23.323" v="188" actId="1076"/>
          <ac:picMkLst>
            <pc:docMk/>
            <pc:sldMk cId="3900750785" sldId="528"/>
            <ac:picMk id="5" creationId="{8713D63B-155F-49C9-82AF-B541F6490991}"/>
          </ac:picMkLst>
        </pc:picChg>
      </pc:sldChg>
      <pc:sldChg chg="addSp modSp new mod">
        <pc:chgData name="Syed Arsalan Jawed" userId="66ce1ddb-27c8-4da7-83ff-a193b16dacab" providerId="ADAL" clId="{310D1287-F4E9-4EA4-BC1A-045E12DB3510}" dt="2025-09-16T06:05:19.355" v="358" actId="20577"/>
        <pc:sldMkLst>
          <pc:docMk/>
          <pc:sldMk cId="2144219202" sldId="529"/>
        </pc:sldMkLst>
        <pc:spChg chg="mod">
          <ac:chgData name="Syed Arsalan Jawed" userId="66ce1ddb-27c8-4da7-83ff-a193b16dacab" providerId="ADAL" clId="{310D1287-F4E9-4EA4-BC1A-045E12DB3510}" dt="2025-09-16T06:02:53.665" v="220" actId="20577"/>
          <ac:spMkLst>
            <pc:docMk/>
            <pc:sldMk cId="2144219202" sldId="529"/>
            <ac:spMk id="2" creationId="{36169792-3F8F-4C10-AE36-1805413F83B5}"/>
          </ac:spMkLst>
        </pc:spChg>
        <pc:spChg chg="mod">
          <ac:chgData name="Syed Arsalan Jawed" userId="66ce1ddb-27c8-4da7-83ff-a193b16dacab" providerId="ADAL" clId="{310D1287-F4E9-4EA4-BC1A-045E12DB3510}" dt="2025-09-16T06:05:19.355" v="358" actId="20577"/>
          <ac:spMkLst>
            <pc:docMk/>
            <pc:sldMk cId="2144219202" sldId="529"/>
            <ac:spMk id="3" creationId="{0D649EEE-5340-4DF9-A470-051DFE9C6EB6}"/>
          </ac:spMkLst>
        </pc:spChg>
        <pc:picChg chg="add mod">
          <ac:chgData name="Syed Arsalan Jawed" userId="66ce1ddb-27c8-4da7-83ff-a193b16dacab" providerId="ADAL" clId="{310D1287-F4E9-4EA4-BC1A-045E12DB3510}" dt="2025-09-16T06:04:08.556" v="280" actId="1076"/>
          <ac:picMkLst>
            <pc:docMk/>
            <pc:sldMk cId="2144219202" sldId="529"/>
            <ac:picMk id="5" creationId="{0A21FC16-F3F2-431D-9AB4-DAB77F024C6B}"/>
          </ac:picMkLst>
        </pc:picChg>
      </pc:sldChg>
      <pc:sldChg chg="addSp modSp new mod">
        <pc:chgData name="Syed Arsalan Jawed" userId="66ce1ddb-27c8-4da7-83ff-a193b16dacab" providerId="ADAL" clId="{310D1287-F4E9-4EA4-BC1A-045E12DB3510}" dt="2025-09-16T06:05:50.209" v="387" actId="1076"/>
        <pc:sldMkLst>
          <pc:docMk/>
          <pc:sldMk cId="1029258449" sldId="530"/>
        </pc:sldMkLst>
        <pc:spChg chg="mod">
          <ac:chgData name="Syed Arsalan Jawed" userId="66ce1ddb-27c8-4da7-83ff-a193b16dacab" providerId="ADAL" clId="{310D1287-F4E9-4EA4-BC1A-045E12DB3510}" dt="2025-09-16T06:05:34.165" v="384" actId="20577"/>
          <ac:spMkLst>
            <pc:docMk/>
            <pc:sldMk cId="1029258449" sldId="530"/>
            <ac:spMk id="2" creationId="{65A0A0BF-D2B7-43FC-94BB-CBF9FFC3398E}"/>
          </ac:spMkLst>
        </pc:spChg>
        <pc:picChg chg="add mod">
          <ac:chgData name="Syed Arsalan Jawed" userId="66ce1ddb-27c8-4da7-83ff-a193b16dacab" providerId="ADAL" clId="{310D1287-F4E9-4EA4-BC1A-045E12DB3510}" dt="2025-09-16T06:05:50.209" v="387" actId="1076"/>
          <ac:picMkLst>
            <pc:docMk/>
            <pc:sldMk cId="1029258449" sldId="530"/>
            <ac:picMk id="5" creationId="{A0FD7F71-8E05-415F-8425-FA4A3C3AF0E6}"/>
          </ac:picMkLst>
        </pc:picChg>
      </pc:sldChg>
      <pc:sldChg chg="addSp modSp new mod">
        <pc:chgData name="Syed Arsalan Jawed" userId="66ce1ddb-27c8-4da7-83ff-a193b16dacab" providerId="ADAL" clId="{310D1287-F4E9-4EA4-BC1A-045E12DB3510}" dt="2025-09-16T06:07:26.942" v="390" actId="1076"/>
        <pc:sldMkLst>
          <pc:docMk/>
          <pc:sldMk cId="1913759315" sldId="531"/>
        </pc:sldMkLst>
        <pc:picChg chg="add mod">
          <ac:chgData name="Syed Arsalan Jawed" userId="66ce1ddb-27c8-4da7-83ff-a193b16dacab" providerId="ADAL" clId="{310D1287-F4E9-4EA4-BC1A-045E12DB3510}" dt="2025-09-16T06:07:26.942" v="390" actId="1076"/>
          <ac:picMkLst>
            <pc:docMk/>
            <pc:sldMk cId="1913759315" sldId="531"/>
            <ac:picMk id="5" creationId="{477F32DF-3419-467E-8373-9E377144A7BD}"/>
          </ac:picMkLst>
        </pc:picChg>
      </pc:sldChg>
      <pc:sldChg chg="addSp modSp new mod">
        <pc:chgData name="Syed Arsalan Jawed" userId="66ce1ddb-27c8-4da7-83ff-a193b16dacab" providerId="ADAL" clId="{310D1287-F4E9-4EA4-BC1A-045E12DB3510}" dt="2025-09-16T06:10:30.893" v="426" actId="1076"/>
        <pc:sldMkLst>
          <pc:docMk/>
          <pc:sldMk cId="541304146" sldId="532"/>
        </pc:sldMkLst>
        <pc:spChg chg="mod">
          <ac:chgData name="Syed Arsalan Jawed" userId="66ce1ddb-27c8-4da7-83ff-a193b16dacab" providerId="ADAL" clId="{310D1287-F4E9-4EA4-BC1A-045E12DB3510}" dt="2025-09-16T06:08:22.594" v="422" actId="20577"/>
          <ac:spMkLst>
            <pc:docMk/>
            <pc:sldMk cId="541304146" sldId="532"/>
            <ac:spMk id="2" creationId="{C57BF82E-FFD6-46BB-BB20-55D9601537B6}"/>
          </ac:spMkLst>
        </pc:spChg>
        <pc:picChg chg="add mod">
          <ac:chgData name="Syed Arsalan Jawed" userId="66ce1ddb-27c8-4da7-83ff-a193b16dacab" providerId="ADAL" clId="{310D1287-F4E9-4EA4-BC1A-045E12DB3510}" dt="2025-09-16T06:10:30.893" v="426" actId="1076"/>
          <ac:picMkLst>
            <pc:docMk/>
            <pc:sldMk cId="541304146" sldId="532"/>
            <ac:picMk id="5" creationId="{36166607-B492-47DC-8CCE-BF03019721DD}"/>
          </ac:picMkLst>
        </pc:picChg>
      </pc:sldChg>
      <pc:sldChg chg="addSp modSp new mod">
        <pc:chgData name="Syed Arsalan Jawed" userId="66ce1ddb-27c8-4da7-83ff-a193b16dacab" providerId="ADAL" clId="{310D1287-F4E9-4EA4-BC1A-045E12DB3510}" dt="2025-09-16T06:10:38.413" v="430" actId="1076"/>
        <pc:sldMkLst>
          <pc:docMk/>
          <pc:sldMk cId="2900136867" sldId="533"/>
        </pc:sldMkLst>
        <pc:picChg chg="add mod">
          <ac:chgData name="Syed Arsalan Jawed" userId="66ce1ddb-27c8-4da7-83ff-a193b16dacab" providerId="ADAL" clId="{310D1287-F4E9-4EA4-BC1A-045E12DB3510}" dt="2025-09-16T06:10:38.413" v="430" actId="1076"/>
          <ac:picMkLst>
            <pc:docMk/>
            <pc:sldMk cId="2900136867" sldId="533"/>
            <ac:picMk id="5" creationId="{734AB992-B585-4895-8B74-AF8456071616}"/>
          </ac:picMkLst>
        </pc:picChg>
      </pc:sldChg>
      <pc:sldChg chg="addSp modSp new mod">
        <pc:chgData name="Syed Arsalan Jawed" userId="66ce1ddb-27c8-4da7-83ff-a193b16dacab" providerId="ADAL" clId="{310D1287-F4E9-4EA4-BC1A-045E12DB3510}" dt="2025-09-16T06:11:27.269" v="434" actId="1076"/>
        <pc:sldMkLst>
          <pc:docMk/>
          <pc:sldMk cId="1364957867" sldId="534"/>
        </pc:sldMkLst>
        <pc:picChg chg="add mod">
          <ac:chgData name="Syed Arsalan Jawed" userId="66ce1ddb-27c8-4da7-83ff-a193b16dacab" providerId="ADAL" clId="{310D1287-F4E9-4EA4-BC1A-045E12DB3510}" dt="2025-09-16T06:11:27.269" v="434" actId="1076"/>
          <ac:picMkLst>
            <pc:docMk/>
            <pc:sldMk cId="1364957867" sldId="534"/>
            <ac:picMk id="5" creationId="{746E5BCA-60C0-4D7A-B24A-778258C2BD87}"/>
          </ac:picMkLst>
        </pc:picChg>
      </pc:sldChg>
      <pc:sldChg chg="addSp modSp new mod">
        <pc:chgData name="Syed Arsalan Jawed" userId="66ce1ddb-27c8-4da7-83ff-a193b16dacab" providerId="ADAL" clId="{310D1287-F4E9-4EA4-BC1A-045E12DB3510}" dt="2025-09-16T06:13:16.199" v="461" actId="1076"/>
        <pc:sldMkLst>
          <pc:docMk/>
          <pc:sldMk cId="3828418403" sldId="535"/>
        </pc:sldMkLst>
        <pc:spChg chg="mod">
          <ac:chgData name="Syed Arsalan Jawed" userId="66ce1ddb-27c8-4da7-83ff-a193b16dacab" providerId="ADAL" clId="{310D1287-F4E9-4EA4-BC1A-045E12DB3510}" dt="2025-09-16T06:13:01.561" v="458" actId="20577"/>
          <ac:spMkLst>
            <pc:docMk/>
            <pc:sldMk cId="3828418403" sldId="535"/>
            <ac:spMk id="2" creationId="{6CEAFE71-66FE-4F46-90F1-CC89E534E674}"/>
          </ac:spMkLst>
        </pc:spChg>
        <pc:picChg chg="add mod">
          <ac:chgData name="Syed Arsalan Jawed" userId="66ce1ddb-27c8-4da7-83ff-a193b16dacab" providerId="ADAL" clId="{310D1287-F4E9-4EA4-BC1A-045E12DB3510}" dt="2025-09-16T06:13:16.199" v="461" actId="1076"/>
          <ac:picMkLst>
            <pc:docMk/>
            <pc:sldMk cId="3828418403" sldId="535"/>
            <ac:picMk id="5" creationId="{AAF3317D-5679-4D63-8041-F35D379F1ADD}"/>
          </ac:picMkLst>
        </pc:picChg>
      </pc:sldChg>
      <pc:sldChg chg="addSp modSp new mod">
        <pc:chgData name="Syed Arsalan Jawed" userId="66ce1ddb-27c8-4da7-83ff-a193b16dacab" providerId="ADAL" clId="{310D1287-F4E9-4EA4-BC1A-045E12DB3510}" dt="2025-09-16T06:13:40.369" v="465" actId="1076"/>
        <pc:sldMkLst>
          <pc:docMk/>
          <pc:sldMk cId="514139378" sldId="536"/>
        </pc:sldMkLst>
        <pc:picChg chg="add mod">
          <ac:chgData name="Syed Arsalan Jawed" userId="66ce1ddb-27c8-4da7-83ff-a193b16dacab" providerId="ADAL" clId="{310D1287-F4E9-4EA4-BC1A-045E12DB3510}" dt="2025-09-16T06:13:40.369" v="465" actId="1076"/>
          <ac:picMkLst>
            <pc:docMk/>
            <pc:sldMk cId="514139378" sldId="536"/>
            <ac:picMk id="5" creationId="{BC8A0FCD-0F62-40FB-8DF5-A7CA3507CE72}"/>
          </ac:picMkLst>
        </pc:picChg>
      </pc:sldChg>
      <pc:sldChg chg="addSp modSp new mod">
        <pc:chgData name="Syed Arsalan Jawed" userId="66ce1ddb-27c8-4da7-83ff-a193b16dacab" providerId="ADAL" clId="{310D1287-F4E9-4EA4-BC1A-045E12DB3510}" dt="2025-09-16T06:14:05.992" v="469" actId="14100"/>
        <pc:sldMkLst>
          <pc:docMk/>
          <pc:sldMk cId="1523341381" sldId="537"/>
        </pc:sldMkLst>
        <pc:picChg chg="add mod">
          <ac:chgData name="Syed Arsalan Jawed" userId="66ce1ddb-27c8-4da7-83ff-a193b16dacab" providerId="ADAL" clId="{310D1287-F4E9-4EA4-BC1A-045E12DB3510}" dt="2025-09-16T06:14:05.992" v="469" actId="14100"/>
          <ac:picMkLst>
            <pc:docMk/>
            <pc:sldMk cId="1523341381" sldId="537"/>
            <ac:picMk id="5" creationId="{D6C1DDAA-7F71-4D1B-B1B4-92D94D8E9113}"/>
          </ac:picMkLst>
        </pc:picChg>
      </pc:sldChg>
      <pc:sldChg chg="addSp modSp new mod">
        <pc:chgData name="Syed Arsalan Jawed" userId="66ce1ddb-27c8-4da7-83ff-a193b16dacab" providerId="ADAL" clId="{310D1287-F4E9-4EA4-BC1A-045E12DB3510}" dt="2025-09-16T06:16:27.417" v="512" actId="1076"/>
        <pc:sldMkLst>
          <pc:docMk/>
          <pc:sldMk cId="3736326559" sldId="538"/>
        </pc:sldMkLst>
        <pc:spChg chg="mod">
          <ac:chgData name="Syed Arsalan Jawed" userId="66ce1ddb-27c8-4da7-83ff-a193b16dacab" providerId="ADAL" clId="{310D1287-F4E9-4EA4-BC1A-045E12DB3510}" dt="2025-09-16T06:15:00.454" v="504" actId="20577"/>
          <ac:spMkLst>
            <pc:docMk/>
            <pc:sldMk cId="3736326559" sldId="538"/>
            <ac:spMk id="2" creationId="{C005B9A6-905C-4559-93BD-89E93D1FD5D2}"/>
          </ac:spMkLst>
        </pc:spChg>
        <pc:picChg chg="add mod">
          <ac:chgData name="Syed Arsalan Jawed" userId="66ce1ddb-27c8-4da7-83ff-a193b16dacab" providerId="ADAL" clId="{310D1287-F4E9-4EA4-BC1A-045E12DB3510}" dt="2025-09-16T06:16:18.685" v="508" actId="1076"/>
          <ac:picMkLst>
            <pc:docMk/>
            <pc:sldMk cId="3736326559" sldId="538"/>
            <ac:picMk id="5" creationId="{5532D0A0-7688-409C-83A1-B8562BB2FC84}"/>
          </ac:picMkLst>
        </pc:picChg>
        <pc:picChg chg="add mod">
          <ac:chgData name="Syed Arsalan Jawed" userId="66ce1ddb-27c8-4da7-83ff-a193b16dacab" providerId="ADAL" clId="{310D1287-F4E9-4EA4-BC1A-045E12DB3510}" dt="2025-09-16T06:16:27.417" v="512" actId="1076"/>
          <ac:picMkLst>
            <pc:docMk/>
            <pc:sldMk cId="3736326559" sldId="538"/>
            <ac:picMk id="7" creationId="{0FA34217-C4E3-4DBA-A4A8-C1EA9FD9DDC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46BCC-70D7-162C-290C-39A4487FC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03F13-7D60-7AEE-BDFA-E84D0B807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B6693-AAF0-9E8C-E98E-EE27394A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F1C0D-24EC-F749-442D-7E1B0F26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07026-1708-D1B8-B63E-EA5F531F9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21244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3F9D5-95E9-CC56-8C89-F8B206041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93058"/>
          </a:xfrm>
          <a:solidFill>
            <a:srgbClr val="482066"/>
          </a:solidFill>
          <a:effectLst>
            <a:softEdge rad="63500"/>
          </a:effectLst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31DD2-4B3A-714C-33BC-07FC32D51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039"/>
            <a:ext cx="10515600" cy="500692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68843-DA5F-B24B-EA77-96062E05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0F54F-6DD0-9869-DAA0-0202D2EC6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88F4A-4E87-62F8-D8FE-584712E9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15102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10BEB-BAA9-4DC0-0D9C-39D1563A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C5818-EC5D-3793-6EA0-24169A07A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B7620-46F7-8EBB-CD02-5F4E741D3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3B129-0381-8E1A-08BE-DB8E7ED3F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9A709-17E3-7C70-278D-A9DC0910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2743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F8AA-233F-F2A7-7E8D-0BEA5DA6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478BA-D556-6E16-0C81-97C444A6A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EBCEB-BBA3-AFA0-3FD2-51BCBC936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715B1-2913-B8D2-2DF7-E5906B54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C7766-489B-1E19-A08F-21DB6ECE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0522C-EB24-F9F0-1FBE-9FA218C3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0230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2B183-D083-FF71-4399-32A6B7FFD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23CD7-8AE5-B9C2-304C-BE4E3459F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C0887-24D9-3176-E5B0-648F7BAFF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2A4E6E-1F45-DE66-C15E-8BDC9189A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64CF64-4618-41D7-CA52-B1FB14A89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DB9B2-C4B0-B1EB-4EED-4AF2E8231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5A31CC-BB6D-712D-C214-26F2C20D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6E060F-B423-CF75-443C-5EEB92E7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03047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D22B-FBA9-FD03-5DE1-DC2C87BA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D775B-DC1D-9B27-E412-C9FFAB554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C171C-FDA7-CBA2-282E-B38DBC40A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AD5EC-B908-D322-0476-7C7BD9D4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51269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0A6CF-9FC5-B648-A9AA-4105D58D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7B65D-69B3-5BB0-1D4C-BD275160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829AE-01EE-3FAA-83AE-5990E751F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9029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70CF-E911-0886-2131-59F0AC50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013D6-D9F1-77DA-2B55-26362235F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BA533-E495-2364-6C75-721F63E59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EE80D-EC33-8E17-96E8-78D8DA44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75FD0-5029-0C6E-A3C2-D990E2DDE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6D881-6A79-900C-A82C-9982878C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8281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99E9-468B-34C9-F6F3-CD922601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3AA2D-1146-2290-AD3D-2ED99B381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96927-1FBF-1156-8987-244C46E6D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D736D-5B62-3A42-2B93-710CD6EE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25801-C3AE-4FCB-12FF-9303353D1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B92DD-594B-65EA-6EB2-C2C2CA9C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4315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EDEE-8006-E009-42D1-6144C1C89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7E436-A277-04C4-E872-BADEB4714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92443-FB86-9D2B-F6D7-51D9B7A8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8989B-F8ED-7AA4-FC08-F2334931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55872-5F59-6B8E-1949-99F74569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631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60B10-A51D-A0EF-4851-767662986C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7BE24-B602-3BCA-55CB-620A9EB6D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9CB2B-C632-71E5-D1B2-7D2EE3E92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0D656-B437-7D30-9792-3BA9F24C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6033E-00E7-C80F-B485-5AF2ED58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48877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9B7E3-9E91-D879-E5E6-E50915EDE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8408-93C6-7731-85DF-0E9B61EC8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05C95-39A7-3784-33B7-DCF4C0966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453C6-B516-4F2C-8DBD-EC5B628123EB}" type="datetimeFigureOut">
              <a:rPr lang="en-PK" smtClean="0"/>
              <a:t>09/04/2025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DC255-BD1C-4C4C-A85E-6964CA30C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C5D25-A4FA-38E1-5115-D7AE04D83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34314-A9A4-41E6-80E6-F94554BF72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090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F514-9A78-EF55-227F-5144BDBF5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100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 Black" panose="020B0A04020102020204" pitchFamily="34" charset="0"/>
              </a:rPr>
              <a:t>Linear Integrated Circuits</a:t>
            </a:r>
            <a:br>
              <a:rPr lang="en-US" sz="4400" dirty="0">
                <a:latin typeface="Arial Black" panose="020B0A04020102020204" pitchFamily="34" charset="0"/>
              </a:rPr>
            </a:br>
            <a:r>
              <a:rPr lang="en-US" sz="4400" dirty="0">
                <a:latin typeface="Arial Black" panose="020B0A04020102020204" pitchFamily="34" charset="0"/>
              </a:rPr>
              <a:t>EE-411 L1</a:t>
            </a:r>
            <a:endParaRPr lang="en-PK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67814-C489-047E-0FD5-0A8A21AE7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875280"/>
            <a:ext cx="12192000" cy="1701800"/>
          </a:xfrm>
          <a:solidFill>
            <a:srgbClr val="482066"/>
          </a:solidFill>
          <a:ln>
            <a:solidFill>
              <a:schemeClr val="tx1"/>
            </a:solidFill>
          </a:ln>
          <a:effectLst>
            <a:softEdge rad="127000"/>
          </a:effectLst>
        </p:spPr>
        <p:txBody>
          <a:bodyPr>
            <a:normAutofit fontScale="92500" lnSpcReduction="10000"/>
          </a:bodyPr>
          <a:lstStyle/>
          <a:p>
            <a:endParaRPr lang="en-US" sz="1900" b="1" i="1" dirty="0">
              <a:solidFill>
                <a:srgbClr val="FFCC99"/>
              </a:solidFill>
            </a:endParaRPr>
          </a:p>
          <a:p>
            <a:r>
              <a:rPr lang="en-US" sz="2800" b="1" i="1" dirty="0">
                <a:solidFill>
                  <a:srgbClr val="FFCC99"/>
                </a:solidFill>
              </a:rPr>
              <a:t>Dr. Syed Arsalan Jawed</a:t>
            </a:r>
          </a:p>
          <a:p>
            <a:r>
              <a:rPr lang="en-US" sz="2800" b="1" i="1" dirty="0">
                <a:solidFill>
                  <a:srgbClr val="FFCC99"/>
                </a:solidFill>
              </a:rPr>
              <a:t>Associate Professor of Practice</a:t>
            </a:r>
          </a:p>
          <a:p>
            <a:r>
              <a:rPr lang="en-US" sz="2800" b="1" i="1" dirty="0">
                <a:solidFill>
                  <a:srgbClr val="FFCC99"/>
                </a:solidFill>
              </a:rPr>
              <a:t>Office Hours : W-301, Tuesday/Thursday : 1600-1700</a:t>
            </a:r>
          </a:p>
          <a:p>
            <a:endParaRPr lang="en-PK" sz="5400" b="1" i="1" dirty="0">
              <a:solidFill>
                <a:srgbClr val="FFCC99"/>
              </a:solidFill>
            </a:endParaRPr>
          </a:p>
        </p:txBody>
      </p:sp>
      <p:pic>
        <p:nvPicPr>
          <p:cNvPr id="4" name="Picture 3" descr="Habib University | Karachi">
            <a:extLst>
              <a:ext uri="{FF2B5EF4-FFF2-40B4-BE49-F238E27FC236}">
                <a16:creationId xmlns:a16="http://schemas.microsoft.com/office/drawing/2014/main" id="{AF00590E-2E67-F4EA-EE20-F5854B6E4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25" y="0"/>
            <a:ext cx="1648874" cy="174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8C8C2F-4984-CA8B-B921-6A82ABA91B13}"/>
              </a:ext>
            </a:extLst>
          </p:cNvPr>
          <p:cNvSpPr txBox="1"/>
          <p:nvPr/>
        </p:nvSpPr>
        <p:spPr>
          <a:xfrm>
            <a:off x="0" y="5849649"/>
            <a:ext cx="12192000" cy="954107"/>
          </a:xfrm>
          <a:prstGeom prst="rect">
            <a:avLst/>
          </a:prstGeom>
          <a:solidFill>
            <a:srgbClr val="482066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FFCC99"/>
                </a:solidFill>
              </a:rPr>
              <a:t>!</a:t>
            </a:r>
            <a:r>
              <a:rPr lang="en-PK" sz="3600" dirty="0" err="1">
                <a:solidFill>
                  <a:srgbClr val="FFCC99"/>
                </a:solidFill>
              </a:rPr>
              <a:t>پھربرق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فروزاں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ہےسر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وادی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سینا</a:t>
            </a:r>
            <a:r>
              <a:rPr lang="en-PK" sz="3600" dirty="0">
                <a:solidFill>
                  <a:srgbClr val="FFCC99"/>
                </a:solidFill>
              </a:rPr>
              <a:t> ، </a:t>
            </a:r>
            <a:r>
              <a:rPr lang="en-PK" sz="3600" dirty="0" err="1">
                <a:solidFill>
                  <a:srgbClr val="FFCC99"/>
                </a:solidFill>
              </a:rPr>
              <a:t>اۓدیدہ</a:t>
            </a:r>
            <a:r>
              <a:rPr lang="en-PK" sz="3600" dirty="0">
                <a:solidFill>
                  <a:srgbClr val="FFCC99"/>
                </a:solidFill>
              </a:rPr>
              <a:t> </a:t>
            </a:r>
            <a:r>
              <a:rPr lang="en-PK" sz="3600" dirty="0" err="1">
                <a:solidFill>
                  <a:srgbClr val="FFCC99"/>
                </a:solidFill>
              </a:rPr>
              <a:t>بینا</a:t>
            </a:r>
            <a:endParaRPr lang="en-US" sz="3600" dirty="0">
              <a:solidFill>
                <a:srgbClr val="FFCC99"/>
              </a:solidFill>
            </a:endParaRPr>
          </a:p>
          <a:p>
            <a:pPr algn="ctr"/>
            <a:r>
              <a:rPr lang="en-US" sz="2000" b="1" i="1" dirty="0">
                <a:solidFill>
                  <a:srgbClr val="FFCC99"/>
                </a:solidFill>
              </a:rPr>
              <a:t>The flame of illumination set ablaze…. O’ the beholder of sight!</a:t>
            </a:r>
            <a:endParaRPr lang="en-PK" sz="2000" b="1" i="1" dirty="0">
              <a:solidFill>
                <a:srgbClr val="FFCC99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FEAD32F-8523-D526-836F-32B9BFD9DD94}"/>
              </a:ext>
            </a:extLst>
          </p:cNvPr>
          <p:cNvSpPr txBox="1">
            <a:spLocks/>
          </p:cNvSpPr>
          <p:nvPr/>
        </p:nvSpPr>
        <p:spPr>
          <a:xfrm>
            <a:off x="1524000" y="4808246"/>
            <a:ext cx="9144000" cy="82788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/>
              <a:t>September 02-04, </a:t>
            </a:r>
            <a:r>
              <a:rPr lang="en-US" b="1" i="1" dirty="0"/>
              <a:t>2025</a:t>
            </a:r>
          </a:p>
          <a:p>
            <a:r>
              <a:rPr lang="en-US" b="1" i="1" dirty="0"/>
              <a:t>H-505</a:t>
            </a:r>
            <a:endParaRPr lang="en-PK" b="1" i="1" dirty="0"/>
          </a:p>
        </p:txBody>
      </p:sp>
    </p:spTree>
    <p:extLst>
      <p:ext uri="{BB962C8B-B14F-4D97-AF65-F5344CB8AC3E}">
        <p14:creationId xmlns:p14="http://schemas.microsoft.com/office/powerpoint/2010/main" val="3539400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46969-F1FA-4F60-8DE5-7F286753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Cascode</a:t>
            </a:r>
            <a:r>
              <a:rPr lang="en-US" dirty="0"/>
              <a:t> Differential Pair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20641-7CE8-40E1-A924-681DE0AEA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945" y="871654"/>
            <a:ext cx="10515600" cy="5006924"/>
          </a:xfrm>
        </p:spPr>
        <p:txBody>
          <a:bodyPr/>
          <a:lstStyle/>
          <a:p>
            <a:r>
              <a:rPr lang="en-US" dirty="0"/>
              <a:t>Going back to Chapter 9 to under </a:t>
            </a:r>
            <a:r>
              <a:rPr lang="en-US" dirty="0" err="1"/>
              <a:t>Cascode</a:t>
            </a:r>
            <a:r>
              <a:rPr lang="en-US" dirty="0"/>
              <a:t> Amplifier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9700DC-7BD7-4770-90FE-774EABF6F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455" y="1694048"/>
            <a:ext cx="9366252" cy="47235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AA2E5D-4A22-4708-A0F3-7DCB0B9568A6}"/>
              </a:ext>
            </a:extLst>
          </p:cNvPr>
          <p:cNvSpPr txBox="1"/>
          <p:nvPr/>
        </p:nvSpPr>
        <p:spPr>
          <a:xfrm>
            <a:off x="9278754" y="2146434"/>
            <a:ext cx="2248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 why do we need to cascade ?</a:t>
            </a:r>
          </a:p>
        </p:txBody>
      </p:sp>
    </p:spTree>
    <p:extLst>
      <p:ext uri="{BB962C8B-B14F-4D97-AF65-F5344CB8AC3E}">
        <p14:creationId xmlns:p14="http://schemas.microsoft.com/office/powerpoint/2010/main" val="1802559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7D988-A343-44D1-A65D-D5AA7B7F6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7D45D-9B1C-47FE-A78D-1FF5376F2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B5E33-1B5A-471C-88DE-11E65AB44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436" y="993059"/>
            <a:ext cx="8244920" cy="562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479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DCCDC-2209-45D1-91D4-AE45F9668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achieve current biasing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45E6BC-DB7D-4664-97E0-E2C3B9A7A1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3670" y="1169988"/>
            <a:ext cx="7644660" cy="5006975"/>
          </a:xfrm>
        </p:spPr>
      </p:pic>
    </p:spTree>
    <p:extLst>
      <p:ext uri="{BB962C8B-B14F-4D97-AF65-F5344CB8AC3E}">
        <p14:creationId xmlns:p14="http://schemas.microsoft.com/office/powerpoint/2010/main" val="3887856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7FCE1-A5A2-44DF-8F4C-FCA1B47B0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 Differential Pair with Active 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C8901-5758-4384-8CF1-ACE2CB22A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09E19B-D7FB-4E83-9B76-B12948E84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872" y="993059"/>
            <a:ext cx="7050256" cy="573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279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216E1-DB2E-443C-A9ED-394A98E1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12 Feedback , skipping Chapter 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2F675-591B-41CF-B34A-85DE4371B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0" y="1170039"/>
            <a:ext cx="2575560" cy="5006924"/>
          </a:xfrm>
        </p:spPr>
        <p:txBody>
          <a:bodyPr>
            <a:normAutofit/>
          </a:bodyPr>
          <a:lstStyle/>
          <a:p>
            <a:r>
              <a:rPr lang="en-US" sz="2000" dirty="0"/>
              <a:t>If K=0, Open Loop System otherwise Closed Loop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1EF55-843A-483E-8E18-47DEBCECA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03" y="829332"/>
            <a:ext cx="7257448" cy="32690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2F5ED4-B9B1-4AE5-95E4-CC27339AD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755" y="4000101"/>
            <a:ext cx="7592485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676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DA6AC-A0EC-4334-A768-88ED0B020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4FD0A-BEAB-4B2E-ACB4-2A2FB1230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FC1A05-7E9E-410C-A0E8-C6526E4E6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852" y="1170039"/>
            <a:ext cx="7973538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08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6053F-116C-4B4E-99D4-DEEC9F18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05330-D4A0-4D4F-B4ED-D7B440D55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9E43B7-DECB-468C-B895-04E7B1F6E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943" y="1247569"/>
            <a:ext cx="9153202" cy="521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74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0D5D-5D5E-4B3F-A9FE-502FC35B7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A4D39-46F2-49DE-B185-CA1A73CE0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13D63B-155F-49C9-82AF-B541F6490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42" y="827832"/>
            <a:ext cx="7640116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750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69792-3F8F-4C10-AE36-1805413F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Negative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49EEE-5340-4DF9-A470-051DFE9C6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Gain Desensitization</a:t>
            </a:r>
          </a:p>
          <a:p>
            <a:pPr lvl="1"/>
            <a:r>
              <a:rPr lang="en-US" dirty="0"/>
              <a:t>Y/X = 1/K</a:t>
            </a:r>
          </a:p>
          <a:p>
            <a:r>
              <a:rPr lang="en-US" dirty="0"/>
              <a:t>Bandwidth Extension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Input and Output Impedance</a:t>
            </a:r>
          </a:p>
          <a:p>
            <a:pPr lvl="1"/>
            <a:r>
              <a:rPr lang="en-US" dirty="0"/>
              <a:t>Output impedance decreases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1FC16-F3F2-431D-9AB4-DAB77F024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34" y="2673236"/>
            <a:ext cx="5801535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219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A0BF-D2B7-43FC-94BB-CBF9FFC33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Amplifiers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D2E1E-032B-4596-A99B-B28E3D973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D7F71-8E05-415F-8425-FA4A3C3AF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630" y="1439915"/>
            <a:ext cx="8713648" cy="424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258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D933-72A7-451C-88EE-63B3734B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B6952-1D56-46DA-B03A-961E01AA2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7F32DF-3419-467E-8373-9E377144A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538" y="993059"/>
            <a:ext cx="7840169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759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BF82E-FFD6-46BB-BB20-55D960153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Sense and Return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6501B-7D16-4F79-8E78-993521457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166607-B492-47DC-8CCE-BF0301972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18" y="2067696"/>
            <a:ext cx="10460179" cy="303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304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659E-6544-4D8D-B492-C2E89C648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6262D-7C34-4963-9324-9382823E6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AB992-B585-4895-8B74-AF8456071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117" y="1085720"/>
            <a:ext cx="9288881" cy="558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36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B8C3-E3C4-4DB3-B153-042681B79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455EC-18A9-4FB8-A942-0A42D1F24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6E5BCA-60C0-4D7A-B24A-778258C2B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475" y="1170039"/>
            <a:ext cx="9020587" cy="527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57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AFE71-66FE-4F46-90F1-CC89E534E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Topologies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A010D-3F88-462D-900C-71C59995F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F3317D-5679-4D63-8041-F35D379F1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73" y="1833948"/>
            <a:ext cx="7865436" cy="344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18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18818-B396-460E-8413-C9DBA453B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5C20D-6E8E-4ADC-906B-6A21B0F4B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A0FCD-0F62-40FB-8DF5-A7CA3507C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61" y="1811319"/>
            <a:ext cx="7606409" cy="394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39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E7F44-C994-4F63-B67C-7B946522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B3C60-08DD-400B-8F34-AE9E798B2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C1DDAA-7F71-4D1B-B1B4-92D94D8E9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877" y="1501541"/>
            <a:ext cx="8062090" cy="388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341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5B9A6-905C-4559-93BD-89E93D1F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in Feedback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219F5-59C7-45FF-9606-F0AB020A3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32D0A0-7688-409C-83A1-B8562BB2F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82" y="993059"/>
            <a:ext cx="8235374" cy="59976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A34217-C4E3-4DBA-A4A8-C1EA9FD9D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817" y="4196614"/>
            <a:ext cx="4694301" cy="49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326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30872</TotalTime>
  <Words>140</Words>
  <Application>Microsoft Office PowerPoint</Application>
  <PresentationFormat>Widescreen</PresentationFormat>
  <Paragraphs>30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Office Theme</vt:lpstr>
      <vt:lpstr>Linear Integrated Circuits EE-411 L1</vt:lpstr>
      <vt:lpstr>Cascode Differential Pair</vt:lpstr>
      <vt:lpstr>PowerPoint Presentation</vt:lpstr>
      <vt:lpstr>How to achieve current biasing</vt:lpstr>
      <vt:lpstr>MOS Differential Pair with Active Load</vt:lpstr>
      <vt:lpstr>Chapter 12 Feedback , skipping Chapter 11</vt:lpstr>
      <vt:lpstr>PowerPoint Presentation</vt:lpstr>
      <vt:lpstr>PowerPoint Presentation</vt:lpstr>
      <vt:lpstr>Loop Gain</vt:lpstr>
      <vt:lpstr>Properties of Negative Feedback</vt:lpstr>
      <vt:lpstr>Types of Amplifiers</vt:lpstr>
      <vt:lpstr>PowerPoint Presentation</vt:lpstr>
      <vt:lpstr>Sense and Return Techniques</vt:lpstr>
      <vt:lpstr>PowerPoint Presentation</vt:lpstr>
      <vt:lpstr>PowerPoint Presentation</vt:lpstr>
      <vt:lpstr>Feedback Topologies</vt:lpstr>
      <vt:lpstr>PowerPoint Presentation</vt:lpstr>
      <vt:lpstr>PowerPoint Presentation</vt:lpstr>
      <vt:lpstr>Stability in Feedback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Microchip Design Collaborative Achievements, Panel Talk and Alumni Journey</dc:title>
  <dc:creator>Arsalan Jawed</dc:creator>
  <cp:lastModifiedBy>Syed Arsalan Jawed</cp:lastModifiedBy>
  <cp:revision>89</cp:revision>
  <dcterms:created xsi:type="dcterms:W3CDTF">2024-03-09T05:31:06Z</dcterms:created>
  <dcterms:modified xsi:type="dcterms:W3CDTF">2025-09-16T06:16:28Z</dcterms:modified>
</cp:coreProperties>
</file>