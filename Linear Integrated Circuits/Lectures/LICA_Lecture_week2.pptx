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492" r:id="rId3"/>
    <p:sldId id="493" r:id="rId4"/>
    <p:sldId id="494" r:id="rId5"/>
    <p:sldId id="495" r:id="rId6"/>
    <p:sldId id="496" r:id="rId7"/>
    <p:sldId id="497" r:id="rId8"/>
    <p:sldId id="498" r:id="rId9"/>
    <p:sldId id="499" r:id="rId10"/>
    <p:sldId id="500" r:id="rId1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216D"/>
    <a:srgbClr val="FFCC99"/>
    <a:srgbClr val="482066"/>
    <a:srgbClr val="57267C"/>
    <a:srgbClr val="99DDEB"/>
    <a:srgbClr val="FFA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 varScale="1">
        <p:scale>
          <a:sx n="66" d="100"/>
          <a:sy n="66" d="100"/>
        </p:scale>
        <p:origin x="5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Arsalan Jawed" userId="66ce1ddb-27c8-4da7-83ff-a193b16dacab" providerId="ADAL" clId="{B41F8D3C-7BCA-4419-A05E-E634D9C6C1C2}"/>
    <pc:docChg chg="delSld modSld">
      <pc:chgData name="Syed Arsalan Jawed" userId="66ce1ddb-27c8-4da7-83ff-a193b16dacab" providerId="ADAL" clId="{B41F8D3C-7BCA-4419-A05E-E634D9C6C1C2}" dt="2025-08-31T16:59:01.820" v="27" actId="6549"/>
      <pc:docMkLst>
        <pc:docMk/>
      </pc:docMkLst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2567071673" sldId="260"/>
        </pc:sldMkLst>
      </pc:sldChg>
      <pc:sldChg chg="modSp mod">
        <pc:chgData name="Syed Arsalan Jawed" userId="66ce1ddb-27c8-4da7-83ff-a193b16dacab" providerId="ADAL" clId="{B41F8D3C-7BCA-4419-A05E-E634D9C6C1C2}" dt="2025-08-31T16:59:01.820" v="27" actId="6549"/>
        <pc:sldMkLst>
          <pc:docMk/>
          <pc:sldMk cId="3539400393" sldId="262"/>
        </pc:sldMkLst>
        <pc:spChg chg="mod">
          <ac:chgData name="Syed Arsalan Jawed" userId="66ce1ddb-27c8-4da7-83ff-a193b16dacab" providerId="ADAL" clId="{B41F8D3C-7BCA-4419-A05E-E634D9C6C1C2}" dt="2025-08-31T16:59:01.820" v="27" actId="6549"/>
          <ac:spMkLst>
            <pc:docMk/>
            <pc:sldMk cId="3539400393" sldId="262"/>
            <ac:spMk id="10" creationId="{BFEAD32F-8523-D526-836F-32B9BFD9DD94}"/>
          </ac:spMkLst>
        </pc:spChg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0" sldId="270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0" sldId="271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1717499834" sldId="288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1294738515" sldId="289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2055653413" sldId="293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2119307833" sldId="296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3071044293" sldId="298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1085732821" sldId="304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0" sldId="384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453516735" sldId="415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1271854809" sldId="430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1483488455" sldId="431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3043596886" sldId="432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1984449832" sldId="435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1935998357" sldId="437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31580312" sldId="470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2501444173" sldId="471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539386789" sldId="472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1822908516" sldId="473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3931471065" sldId="474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1079104319" sldId="475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1266981891" sldId="476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3613975917" sldId="477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3318522089" sldId="478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2167041853" sldId="479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1474822509" sldId="480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2291712893" sldId="481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3862261444" sldId="482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263631629" sldId="487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2078457810" sldId="488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3609955404" sldId="489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2981473756" sldId="490"/>
        </pc:sldMkLst>
      </pc:sldChg>
      <pc:sldChg chg="del">
        <pc:chgData name="Syed Arsalan Jawed" userId="66ce1ddb-27c8-4da7-83ff-a193b16dacab" providerId="ADAL" clId="{B41F8D3C-7BCA-4419-A05E-E634D9C6C1C2}" dt="2025-08-31T16:58:51.160" v="0" actId="47"/>
        <pc:sldMkLst>
          <pc:docMk/>
          <pc:sldMk cId="297748418" sldId="491"/>
        </pc:sldMkLst>
      </pc:sldChg>
    </pc:docChg>
  </pc:docChgLst>
  <pc:docChgLst>
    <pc:chgData name="Syed Arsalan Jawed" userId="66ce1ddb-27c8-4da7-83ff-a193b16dacab" providerId="ADAL" clId="{CFFAB880-F25C-49F9-BFE1-38F00C32611C}"/>
    <pc:docChg chg="undo custSel addSld delSld modSld sldOrd">
      <pc:chgData name="Syed Arsalan Jawed" userId="66ce1ddb-27c8-4da7-83ff-a193b16dacab" providerId="ADAL" clId="{CFFAB880-F25C-49F9-BFE1-38F00C32611C}" dt="2025-08-27T15:41:39.113" v="2066" actId="1076"/>
      <pc:docMkLst>
        <pc:docMk/>
      </pc:docMkLst>
      <pc:sldChg chg="modSp add del mod">
        <pc:chgData name="Syed Arsalan Jawed" userId="66ce1ddb-27c8-4da7-83ff-a193b16dacab" providerId="ADAL" clId="{CFFAB880-F25C-49F9-BFE1-38F00C32611C}" dt="2025-08-19T06:12:54.810" v="573" actId="47"/>
        <pc:sldMkLst>
          <pc:docMk/>
          <pc:sldMk cId="3434076897" sldId="259"/>
        </pc:sldMkLst>
        <pc:spChg chg="mod">
          <ac:chgData name="Syed Arsalan Jawed" userId="66ce1ddb-27c8-4da7-83ff-a193b16dacab" providerId="ADAL" clId="{CFFAB880-F25C-49F9-BFE1-38F00C32611C}" dt="2025-08-19T06:12:29.821" v="572" actId="20577"/>
          <ac:spMkLst>
            <pc:docMk/>
            <pc:sldMk cId="3434076897" sldId="259"/>
            <ac:spMk id="2" creationId="{974C6639-B61D-ABEA-E605-EF24AFBA7C68}"/>
          </ac:spMkLst>
        </pc:spChg>
      </pc:sldChg>
      <pc:sldChg chg="add del">
        <pc:chgData name="Syed Arsalan Jawed" userId="66ce1ddb-27c8-4da7-83ff-a193b16dacab" providerId="ADAL" clId="{CFFAB880-F25C-49F9-BFE1-38F00C32611C}" dt="2025-08-19T07:09:26.745" v="1194" actId="2696"/>
        <pc:sldMkLst>
          <pc:docMk/>
          <pc:sldMk cId="323487719" sldId="260"/>
        </pc:sldMkLst>
      </pc:sldChg>
      <pc:sldChg chg="add">
        <pc:chgData name="Syed Arsalan Jawed" userId="66ce1ddb-27c8-4da7-83ff-a193b16dacab" providerId="ADAL" clId="{CFFAB880-F25C-49F9-BFE1-38F00C32611C}" dt="2025-08-19T07:09:30.725" v="1195"/>
        <pc:sldMkLst>
          <pc:docMk/>
          <pc:sldMk cId="2567071673" sldId="260"/>
        </pc:sldMkLst>
      </pc:sldChg>
      <pc:sldChg chg="modSp add del mod">
        <pc:chgData name="Syed Arsalan Jawed" userId="66ce1ddb-27c8-4da7-83ff-a193b16dacab" providerId="ADAL" clId="{CFFAB880-F25C-49F9-BFE1-38F00C32611C}" dt="2025-08-19T05:56:52.958" v="408" actId="47"/>
        <pc:sldMkLst>
          <pc:docMk/>
          <pc:sldMk cId="3005390631" sldId="261"/>
        </pc:sldMkLst>
        <pc:spChg chg="mod">
          <ac:chgData name="Syed Arsalan Jawed" userId="66ce1ddb-27c8-4da7-83ff-a193b16dacab" providerId="ADAL" clId="{CFFAB880-F25C-49F9-BFE1-38F00C32611C}" dt="2025-08-19T05:53:29.308" v="366" actId="20577"/>
          <ac:spMkLst>
            <pc:docMk/>
            <pc:sldMk cId="3005390631" sldId="261"/>
            <ac:spMk id="2" creationId="{BF21BF8C-C77F-9C95-81BB-AFFC13D1E606}"/>
          </ac:spMkLst>
        </pc:spChg>
      </pc:sldChg>
      <pc:sldChg chg="modSp mod">
        <pc:chgData name="Syed Arsalan Jawed" userId="66ce1ddb-27c8-4da7-83ff-a193b16dacab" providerId="ADAL" clId="{CFFAB880-F25C-49F9-BFE1-38F00C32611C}" dt="2025-08-26T08:23:34.152" v="1217" actId="20577"/>
        <pc:sldMkLst>
          <pc:docMk/>
          <pc:sldMk cId="3539400393" sldId="262"/>
        </pc:sldMkLst>
        <pc:spChg chg="mod">
          <ac:chgData name="Syed Arsalan Jawed" userId="66ce1ddb-27c8-4da7-83ff-a193b16dacab" providerId="ADAL" clId="{CFFAB880-F25C-49F9-BFE1-38F00C32611C}" dt="2025-08-19T05:47:56.164" v="53" actId="20577"/>
          <ac:spMkLst>
            <pc:docMk/>
            <pc:sldMk cId="3539400393" sldId="262"/>
            <ac:spMk id="2" creationId="{C935F514-9A78-EF55-227F-5144BDBF5C55}"/>
          </ac:spMkLst>
        </pc:spChg>
        <pc:spChg chg="mod">
          <ac:chgData name="Syed Arsalan Jawed" userId="66ce1ddb-27c8-4da7-83ff-a193b16dacab" providerId="ADAL" clId="{CFFAB880-F25C-49F9-BFE1-38F00C32611C}" dt="2025-08-19T05:49:50.191" v="206" actId="404"/>
          <ac:spMkLst>
            <pc:docMk/>
            <pc:sldMk cId="3539400393" sldId="262"/>
            <ac:spMk id="3" creationId="{17767814-C489-047E-0FD5-0A8A21AE754B}"/>
          </ac:spMkLst>
        </pc:spChg>
        <pc:spChg chg="mod">
          <ac:chgData name="Syed Arsalan Jawed" userId="66ce1ddb-27c8-4da7-83ff-a193b16dacab" providerId="ADAL" clId="{CFFAB880-F25C-49F9-BFE1-38F00C32611C}" dt="2025-08-26T08:23:34.152" v="1217" actId="20577"/>
          <ac:spMkLst>
            <pc:docMk/>
            <pc:sldMk cId="3539400393" sldId="262"/>
            <ac:spMk id="10" creationId="{BFEAD32F-8523-D526-836F-32B9BFD9DD94}"/>
          </ac:spMkLst>
        </pc:spChg>
      </pc:sldChg>
      <pc:sldChg chg="modSp add mod">
        <pc:chgData name="Syed Arsalan Jawed" userId="66ce1ddb-27c8-4da7-83ff-a193b16dacab" providerId="ADAL" clId="{CFFAB880-F25C-49F9-BFE1-38F00C32611C}" dt="2025-08-19T06:20:42.395" v="1013" actId="20577"/>
        <pc:sldMkLst>
          <pc:docMk/>
          <pc:sldMk cId="0" sldId="270"/>
        </pc:sldMkLst>
        <pc:spChg chg="mod">
          <ac:chgData name="Syed Arsalan Jawed" userId="66ce1ddb-27c8-4da7-83ff-a193b16dacab" providerId="ADAL" clId="{CFFAB880-F25C-49F9-BFE1-38F00C32611C}" dt="2025-08-19T06:20:42.395" v="1013" actId="20577"/>
          <ac:spMkLst>
            <pc:docMk/>
            <pc:sldMk cId="0" sldId="270"/>
            <ac:spMk id="3" creationId="{00000000-0000-0000-0000-000000000000}"/>
          </ac:spMkLst>
        </pc:spChg>
        <pc:spChg chg="mod">
          <ac:chgData name="Syed Arsalan Jawed" userId="66ce1ddb-27c8-4da7-83ff-a193b16dacab" providerId="ADAL" clId="{CFFAB880-F25C-49F9-BFE1-38F00C32611C}" dt="2025-08-19T06:20:38.126" v="1012" actId="20577"/>
          <ac:spMkLst>
            <pc:docMk/>
            <pc:sldMk cId="0" sldId="270"/>
            <ac:spMk id="4" creationId="{21F2C34F-B53D-42B3-9C24-11AD783D151D}"/>
          </ac:spMkLst>
        </pc:spChg>
      </pc:sldChg>
      <pc:sldChg chg="modSp add mod">
        <pc:chgData name="Syed Arsalan Jawed" userId="66ce1ddb-27c8-4da7-83ff-a193b16dacab" providerId="ADAL" clId="{CFFAB880-F25C-49F9-BFE1-38F00C32611C}" dt="2025-08-19T06:21:50.255" v="1110" actId="20577"/>
        <pc:sldMkLst>
          <pc:docMk/>
          <pc:sldMk cId="0" sldId="271"/>
        </pc:sldMkLst>
        <pc:spChg chg="mod">
          <ac:chgData name="Syed Arsalan Jawed" userId="66ce1ddb-27c8-4da7-83ff-a193b16dacab" providerId="ADAL" clId="{CFFAB880-F25C-49F9-BFE1-38F00C32611C}" dt="2025-08-19T06:21:50.255" v="1110" actId="20577"/>
          <ac:spMkLst>
            <pc:docMk/>
            <pc:sldMk cId="0" sldId="271"/>
            <ac:spMk id="3" creationId="{00000000-0000-0000-0000-000000000000}"/>
          </ac:spMkLst>
        </pc:spChg>
      </pc:sldChg>
      <pc:sldChg chg="add del">
        <pc:chgData name="Syed Arsalan Jawed" userId="66ce1ddb-27c8-4da7-83ff-a193b16dacab" providerId="ADAL" clId="{CFFAB880-F25C-49F9-BFE1-38F00C32611C}" dt="2025-08-19T07:09:26.745" v="1194" actId="2696"/>
        <pc:sldMkLst>
          <pc:docMk/>
          <pc:sldMk cId="688238086" sldId="288"/>
        </pc:sldMkLst>
      </pc:sldChg>
      <pc:sldChg chg="add">
        <pc:chgData name="Syed Arsalan Jawed" userId="66ce1ddb-27c8-4da7-83ff-a193b16dacab" providerId="ADAL" clId="{CFFAB880-F25C-49F9-BFE1-38F00C32611C}" dt="2025-08-19T07:09:30.725" v="1195"/>
        <pc:sldMkLst>
          <pc:docMk/>
          <pc:sldMk cId="1717499834" sldId="288"/>
        </pc:sldMkLst>
      </pc:sldChg>
      <pc:sldChg chg="add">
        <pc:chgData name="Syed Arsalan Jawed" userId="66ce1ddb-27c8-4da7-83ff-a193b16dacab" providerId="ADAL" clId="{CFFAB880-F25C-49F9-BFE1-38F00C32611C}" dt="2025-08-19T07:09:30.725" v="1195"/>
        <pc:sldMkLst>
          <pc:docMk/>
          <pc:sldMk cId="1294738515" sldId="289"/>
        </pc:sldMkLst>
      </pc:sldChg>
      <pc:sldChg chg="add del">
        <pc:chgData name="Syed Arsalan Jawed" userId="66ce1ddb-27c8-4da7-83ff-a193b16dacab" providerId="ADAL" clId="{CFFAB880-F25C-49F9-BFE1-38F00C32611C}" dt="2025-08-19T07:09:26.745" v="1194" actId="2696"/>
        <pc:sldMkLst>
          <pc:docMk/>
          <pc:sldMk cId="4253914623" sldId="289"/>
        </pc:sldMkLst>
      </pc:sldChg>
      <pc:sldChg chg="add del">
        <pc:chgData name="Syed Arsalan Jawed" userId="66ce1ddb-27c8-4da7-83ff-a193b16dacab" providerId="ADAL" clId="{CFFAB880-F25C-49F9-BFE1-38F00C32611C}" dt="2025-08-19T07:09:26.745" v="1194" actId="2696"/>
        <pc:sldMkLst>
          <pc:docMk/>
          <pc:sldMk cId="1600679320" sldId="293"/>
        </pc:sldMkLst>
      </pc:sldChg>
      <pc:sldChg chg="add">
        <pc:chgData name="Syed Arsalan Jawed" userId="66ce1ddb-27c8-4da7-83ff-a193b16dacab" providerId="ADAL" clId="{CFFAB880-F25C-49F9-BFE1-38F00C32611C}" dt="2025-08-19T07:09:30.725" v="1195"/>
        <pc:sldMkLst>
          <pc:docMk/>
          <pc:sldMk cId="2055653413" sldId="293"/>
        </pc:sldMkLst>
      </pc:sldChg>
      <pc:sldChg chg="add">
        <pc:chgData name="Syed Arsalan Jawed" userId="66ce1ddb-27c8-4da7-83ff-a193b16dacab" providerId="ADAL" clId="{CFFAB880-F25C-49F9-BFE1-38F00C32611C}" dt="2025-08-19T07:09:30.725" v="1195"/>
        <pc:sldMkLst>
          <pc:docMk/>
          <pc:sldMk cId="2119307833" sldId="296"/>
        </pc:sldMkLst>
      </pc:sldChg>
      <pc:sldChg chg="add del">
        <pc:chgData name="Syed Arsalan Jawed" userId="66ce1ddb-27c8-4da7-83ff-a193b16dacab" providerId="ADAL" clId="{CFFAB880-F25C-49F9-BFE1-38F00C32611C}" dt="2025-08-19T07:09:26.745" v="1194" actId="2696"/>
        <pc:sldMkLst>
          <pc:docMk/>
          <pc:sldMk cId="3251291407" sldId="296"/>
        </pc:sldMkLst>
      </pc:sldChg>
      <pc:sldChg chg="add del">
        <pc:chgData name="Syed Arsalan Jawed" userId="66ce1ddb-27c8-4da7-83ff-a193b16dacab" providerId="ADAL" clId="{CFFAB880-F25C-49F9-BFE1-38F00C32611C}" dt="2025-08-19T05:56:48.875" v="407" actId="47"/>
        <pc:sldMkLst>
          <pc:docMk/>
          <pc:sldMk cId="0" sldId="297"/>
        </pc:sldMkLst>
      </pc:sldChg>
      <pc:sldChg chg="add del">
        <pc:chgData name="Syed Arsalan Jawed" userId="66ce1ddb-27c8-4da7-83ff-a193b16dacab" providerId="ADAL" clId="{CFFAB880-F25C-49F9-BFE1-38F00C32611C}" dt="2025-08-19T07:09:26.745" v="1194" actId="2696"/>
        <pc:sldMkLst>
          <pc:docMk/>
          <pc:sldMk cId="2457721104" sldId="298"/>
        </pc:sldMkLst>
      </pc:sldChg>
      <pc:sldChg chg="add">
        <pc:chgData name="Syed Arsalan Jawed" userId="66ce1ddb-27c8-4da7-83ff-a193b16dacab" providerId="ADAL" clId="{CFFAB880-F25C-49F9-BFE1-38F00C32611C}" dt="2025-08-19T07:09:30.725" v="1195"/>
        <pc:sldMkLst>
          <pc:docMk/>
          <pc:sldMk cId="3071044293" sldId="298"/>
        </pc:sldMkLst>
      </pc:sldChg>
      <pc:sldChg chg="add del">
        <pc:chgData name="Syed Arsalan Jawed" userId="66ce1ddb-27c8-4da7-83ff-a193b16dacab" providerId="ADAL" clId="{CFFAB880-F25C-49F9-BFE1-38F00C32611C}" dt="2025-08-19T07:09:26.745" v="1194" actId="2696"/>
        <pc:sldMkLst>
          <pc:docMk/>
          <pc:sldMk cId="206651255" sldId="304"/>
        </pc:sldMkLst>
      </pc:sldChg>
      <pc:sldChg chg="add">
        <pc:chgData name="Syed Arsalan Jawed" userId="66ce1ddb-27c8-4da7-83ff-a193b16dacab" providerId="ADAL" clId="{CFFAB880-F25C-49F9-BFE1-38F00C32611C}" dt="2025-08-19T07:09:30.725" v="1195"/>
        <pc:sldMkLst>
          <pc:docMk/>
          <pc:sldMk cId="1085732821" sldId="304"/>
        </pc:sldMkLst>
      </pc:sldChg>
      <pc:sldChg chg="add">
        <pc:chgData name="Syed Arsalan Jawed" userId="66ce1ddb-27c8-4da7-83ff-a193b16dacab" providerId="ADAL" clId="{CFFAB880-F25C-49F9-BFE1-38F00C32611C}" dt="2025-08-19T07:09:30.725" v="1195"/>
        <pc:sldMkLst>
          <pc:docMk/>
          <pc:sldMk cId="453516735" sldId="415"/>
        </pc:sldMkLst>
      </pc:sldChg>
      <pc:sldChg chg="modSp add del mod">
        <pc:chgData name="Syed Arsalan Jawed" userId="66ce1ddb-27c8-4da7-83ff-a193b16dacab" providerId="ADAL" clId="{CFFAB880-F25C-49F9-BFE1-38F00C32611C}" dt="2025-08-19T07:09:26.745" v="1194" actId="2696"/>
        <pc:sldMkLst>
          <pc:docMk/>
          <pc:sldMk cId="2510797460" sldId="415"/>
        </pc:sldMkLst>
        <pc:spChg chg="mod">
          <ac:chgData name="Syed Arsalan Jawed" userId="66ce1ddb-27c8-4da7-83ff-a193b16dacab" providerId="ADAL" clId="{CFFAB880-F25C-49F9-BFE1-38F00C32611C}" dt="2025-08-19T05:52:00.094" v="290" actId="207"/>
          <ac:spMkLst>
            <pc:docMk/>
            <pc:sldMk cId="2510797460" sldId="415"/>
            <ac:spMk id="5" creationId="{624F57FA-17F5-0E46-EF3E-2A3253D43C42}"/>
          </ac:spMkLst>
        </pc:spChg>
      </pc:sldChg>
      <pc:sldChg chg="modSp add del mod">
        <pc:chgData name="Syed Arsalan Jawed" userId="66ce1ddb-27c8-4da7-83ff-a193b16dacab" providerId="ADAL" clId="{CFFAB880-F25C-49F9-BFE1-38F00C32611C}" dt="2025-08-19T05:56:37.584" v="404" actId="47"/>
        <pc:sldMkLst>
          <pc:docMk/>
          <pc:sldMk cId="2555460593" sldId="423"/>
        </pc:sldMkLst>
        <pc:spChg chg="mod">
          <ac:chgData name="Syed Arsalan Jawed" userId="66ce1ddb-27c8-4da7-83ff-a193b16dacab" providerId="ADAL" clId="{CFFAB880-F25C-49F9-BFE1-38F00C32611C}" dt="2025-08-19T05:52:05.904" v="291" actId="207"/>
          <ac:spMkLst>
            <pc:docMk/>
            <pc:sldMk cId="2555460593" sldId="423"/>
            <ac:spMk id="7" creationId="{00000000-0000-0000-0000-000000000000}"/>
          </ac:spMkLst>
        </pc:spChg>
      </pc:sldChg>
      <pc:sldChg chg="modSp add del mod ord">
        <pc:chgData name="Syed Arsalan Jawed" userId="66ce1ddb-27c8-4da7-83ff-a193b16dacab" providerId="ADAL" clId="{CFFAB880-F25C-49F9-BFE1-38F00C32611C}" dt="2025-08-19T07:09:26.745" v="1194" actId="2696"/>
        <pc:sldMkLst>
          <pc:docMk/>
          <pc:sldMk cId="1271854809" sldId="430"/>
        </pc:sldMkLst>
        <pc:spChg chg="mod">
          <ac:chgData name="Syed Arsalan Jawed" userId="66ce1ddb-27c8-4da7-83ff-a193b16dacab" providerId="ADAL" clId="{CFFAB880-F25C-49F9-BFE1-38F00C32611C}" dt="2025-08-19T05:52:10.525" v="292" actId="207"/>
          <ac:spMkLst>
            <pc:docMk/>
            <pc:sldMk cId="1271854809" sldId="430"/>
            <ac:spMk id="26" creationId="{0A2A5B98-7D62-4744-A752-9F6AAF326896}"/>
          </ac:spMkLst>
        </pc:spChg>
      </pc:sldChg>
      <pc:sldChg chg="add">
        <pc:chgData name="Syed Arsalan Jawed" userId="66ce1ddb-27c8-4da7-83ff-a193b16dacab" providerId="ADAL" clId="{CFFAB880-F25C-49F9-BFE1-38F00C32611C}" dt="2025-08-19T07:09:30.725" v="1195"/>
        <pc:sldMkLst>
          <pc:docMk/>
          <pc:sldMk cId="1271854809" sldId="430"/>
        </pc:sldMkLst>
      </pc:sldChg>
      <pc:sldChg chg="add">
        <pc:chgData name="Syed Arsalan Jawed" userId="66ce1ddb-27c8-4da7-83ff-a193b16dacab" providerId="ADAL" clId="{CFFAB880-F25C-49F9-BFE1-38F00C32611C}" dt="2025-08-19T07:09:30.725" v="1195"/>
        <pc:sldMkLst>
          <pc:docMk/>
          <pc:sldMk cId="1483488455" sldId="431"/>
        </pc:sldMkLst>
      </pc:sldChg>
      <pc:sldChg chg="add del">
        <pc:chgData name="Syed Arsalan Jawed" userId="66ce1ddb-27c8-4da7-83ff-a193b16dacab" providerId="ADAL" clId="{CFFAB880-F25C-49F9-BFE1-38F00C32611C}" dt="2025-08-19T07:09:26.745" v="1194" actId="2696"/>
        <pc:sldMkLst>
          <pc:docMk/>
          <pc:sldMk cId="1483488455" sldId="431"/>
        </pc:sldMkLst>
      </pc:sldChg>
      <pc:sldChg chg="add del">
        <pc:chgData name="Syed Arsalan Jawed" userId="66ce1ddb-27c8-4da7-83ff-a193b16dacab" providerId="ADAL" clId="{CFFAB880-F25C-49F9-BFE1-38F00C32611C}" dt="2025-08-19T07:09:26.745" v="1194" actId="2696"/>
        <pc:sldMkLst>
          <pc:docMk/>
          <pc:sldMk cId="1735247901" sldId="432"/>
        </pc:sldMkLst>
      </pc:sldChg>
      <pc:sldChg chg="add">
        <pc:chgData name="Syed Arsalan Jawed" userId="66ce1ddb-27c8-4da7-83ff-a193b16dacab" providerId="ADAL" clId="{CFFAB880-F25C-49F9-BFE1-38F00C32611C}" dt="2025-08-19T07:09:30.725" v="1195"/>
        <pc:sldMkLst>
          <pc:docMk/>
          <pc:sldMk cId="3043596886" sldId="432"/>
        </pc:sldMkLst>
      </pc:sldChg>
      <pc:sldChg chg="add del">
        <pc:chgData name="Syed Arsalan Jawed" userId="66ce1ddb-27c8-4da7-83ff-a193b16dacab" providerId="ADAL" clId="{CFFAB880-F25C-49F9-BFE1-38F00C32611C}" dt="2025-08-19T07:09:26.745" v="1194" actId="2696"/>
        <pc:sldMkLst>
          <pc:docMk/>
          <pc:sldMk cId="945529164" sldId="435"/>
        </pc:sldMkLst>
      </pc:sldChg>
      <pc:sldChg chg="add">
        <pc:chgData name="Syed Arsalan Jawed" userId="66ce1ddb-27c8-4da7-83ff-a193b16dacab" providerId="ADAL" clId="{CFFAB880-F25C-49F9-BFE1-38F00C32611C}" dt="2025-08-19T07:09:30.725" v="1195"/>
        <pc:sldMkLst>
          <pc:docMk/>
          <pc:sldMk cId="1984449832" sldId="435"/>
        </pc:sldMkLst>
      </pc:sldChg>
      <pc:sldChg chg="add del">
        <pc:chgData name="Syed Arsalan Jawed" userId="66ce1ddb-27c8-4da7-83ff-a193b16dacab" providerId="ADAL" clId="{CFFAB880-F25C-49F9-BFE1-38F00C32611C}" dt="2025-08-19T07:09:26.745" v="1194" actId="2696"/>
        <pc:sldMkLst>
          <pc:docMk/>
          <pc:sldMk cId="1831719177" sldId="437"/>
        </pc:sldMkLst>
      </pc:sldChg>
      <pc:sldChg chg="add">
        <pc:chgData name="Syed Arsalan Jawed" userId="66ce1ddb-27c8-4da7-83ff-a193b16dacab" providerId="ADAL" clId="{CFFAB880-F25C-49F9-BFE1-38F00C32611C}" dt="2025-08-19T07:09:30.725" v="1195"/>
        <pc:sldMkLst>
          <pc:docMk/>
          <pc:sldMk cId="1935998357" sldId="437"/>
        </pc:sldMkLst>
      </pc:sldChg>
      <pc:sldChg chg="del">
        <pc:chgData name="Syed Arsalan Jawed" userId="66ce1ddb-27c8-4da7-83ff-a193b16dacab" providerId="ADAL" clId="{CFFAB880-F25C-49F9-BFE1-38F00C32611C}" dt="2025-08-19T06:14:03.010" v="711" actId="47"/>
        <pc:sldMkLst>
          <pc:docMk/>
          <pc:sldMk cId="306443194" sldId="440"/>
        </pc:sldMkLst>
      </pc:sldChg>
      <pc:sldChg chg="del">
        <pc:chgData name="Syed Arsalan Jawed" userId="66ce1ddb-27c8-4da7-83ff-a193b16dacab" providerId="ADAL" clId="{CFFAB880-F25C-49F9-BFE1-38F00C32611C}" dt="2025-08-19T06:14:03.010" v="711" actId="47"/>
        <pc:sldMkLst>
          <pc:docMk/>
          <pc:sldMk cId="3670704294" sldId="441"/>
        </pc:sldMkLst>
      </pc:sldChg>
      <pc:sldChg chg="del">
        <pc:chgData name="Syed Arsalan Jawed" userId="66ce1ddb-27c8-4da7-83ff-a193b16dacab" providerId="ADAL" clId="{CFFAB880-F25C-49F9-BFE1-38F00C32611C}" dt="2025-08-19T06:14:03.010" v="711" actId="47"/>
        <pc:sldMkLst>
          <pc:docMk/>
          <pc:sldMk cId="283255634" sldId="442"/>
        </pc:sldMkLst>
      </pc:sldChg>
      <pc:sldChg chg="del">
        <pc:chgData name="Syed Arsalan Jawed" userId="66ce1ddb-27c8-4da7-83ff-a193b16dacab" providerId="ADAL" clId="{CFFAB880-F25C-49F9-BFE1-38F00C32611C}" dt="2025-08-19T06:14:03.010" v="711" actId="47"/>
        <pc:sldMkLst>
          <pc:docMk/>
          <pc:sldMk cId="4115672866" sldId="443"/>
        </pc:sldMkLst>
      </pc:sldChg>
      <pc:sldChg chg="del">
        <pc:chgData name="Syed Arsalan Jawed" userId="66ce1ddb-27c8-4da7-83ff-a193b16dacab" providerId="ADAL" clId="{CFFAB880-F25C-49F9-BFE1-38F00C32611C}" dt="2025-08-19T06:14:03.010" v="711" actId="47"/>
        <pc:sldMkLst>
          <pc:docMk/>
          <pc:sldMk cId="236630791" sldId="465"/>
        </pc:sldMkLst>
      </pc:sldChg>
      <pc:sldChg chg="del">
        <pc:chgData name="Syed Arsalan Jawed" userId="66ce1ddb-27c8-4da7-83ff-a193b16dacab" providerId="ADAL" clId="{CFFAB880-F25C-49F9-BFE1-38F00C32611C}" dt="2025-08-19T06:14:03.010" v="711" actId="47"/>
        <pc:sldMkLst>
          <pc:docMk/>
          <pc:sldMk cId="3933221870" sldId="466"/>
        </pc:sldMkLst>
      </pc:sldChg>
      <pc:sldChg chg="del">
        <pc:chgData name="Syed Arsalan Jawed" userId="66ce1ddb-27c8-4da7-83ff-a193b16dacab" providerId="ADAL" clId="{CFFAB880-F25C-49F9-BFE1-38F00C32611C}" dt="2025-08-19T06:14:03.010" v="711" actId="47"/>
        <pc:sldMkLst>
          <pc:docMk/>
          <pc:sldMk cId="2355154933" sldId="467"/>
        </pc:sldMkLst>
      </pc:sldChg>
      <pc:sldChg chg="del">
        <pc:chgData name="Syed Arsalan Jawed" userId="66ce1ddb-27c8-4da7-83ff-a193b16dacab" providerId="ADAL" clId="{CFFAB880-F25C-49F9-BFE1-38F00C32611C}" dt="2025-08-19T06:14:03.010" v="711" actId="47"/>
        <pc:sldMkLst>
          <pc:docMk/>
          <pc:sldMk cId="4167312297" sldId="468"/>
        </pc:sldMkLst>
      </pc:sldChg>
      <pc:sldChg chg="del">
        <pc:chgData name="Syed Arsalan Jawed" userId="66ce1ddb-27c8-4da7-83ff-a193b16dacab" providerId="ADAL" clId="{CFFAB880-F25C-49F9-BFE1-38F00C32611C}" dt="2025-08-19T06:14:03.010" v="711" actId="47"/>
        <pc:sldMkLst>
          <pc:docMk/>
          <pc:sldMk cId="412592992" sldId="469"/>
        </pc:sldMkLst>
      </pc:sldChg>
      <pc:sldChg chg="modSp new mod">
        <pc:chgData name="Syed Arsalan Jawed" userId="66ce1ddb-27c8-4da7-83ff-a193b16dacab" providerId="ADAL" clId="{CFFAB880-F25C-49F9-BFE1-38F00C32611C}" dt="2025-08-19T05:50:48.238" v="287" actId="20577"/>
        <pc:sldMkLst>
          <pc:docMk/>
          <pc:sldMk cId="31580312" sldId="470"/>
        </pc:sldMkLst>
        <pc:spChg chg="mod">
          <ac:chgData name="Syed Arsalan Jawed" userId="66ce1ddb-27c8-4da7-83ff-a193b16dacab" providerId="ADAL" clId="{CFFAB880-F25C-49F9-BFE1-38F00C32611C}" dt="2025-08-19T05:50:03.968" v="230" actId="20577"/>
          <ac:spMkLst>
            <pc:docMk/>
            <pc:sldMk cId="31580312" sldId="470"/>
            <ac:spMk id="2" creationId="{CB35F53B-3B72-4778-B401-B9DD1761C64A}"/>
          </ac:spMkLst>
        </pc:spChg>
        <pc:spChg chg="mod">
          <ac:chgData name="Syed Arsalan Jawed" userId="66ce1ddb-27c8-4da7-83ff-a193b16dacab" providerId="ADAL" clId="{CFFAB880-F25C-49F9-BFE1-38F00C32611C}" dt="2025-08-19T05:50:48.238" v="287" actId="20577"/>
          <ac:spMkLst>
            <pc:docMk/>
            <pc:sldMk cId="31580312" sldId="470"/>
            <ac:spMk id="3" creationId="{2B547A3B-D561-4DB2-8E3B-C9DF3249EA94}"/>
          </ac:spMkLst>
        </pc:spChg>
      </pc:sldChg>
      <pc:sldChg chg="modSp add mod">
        <pc:chgData name="Syed Arsalan Jawed" userId="66ce1ddb-27c8-4da7-83ff-a193b16dacab" providerId="ADAL" clId="{CFFAB880-F25C-49F9-BFE1-38F00C32611C}" dt="2025-08-26T08:27:50.308" v="1227" actId="20577"/>
        <pc:sldMkLst>
          <pc:docMk/>
          <pc:sldMk cId="2501444173" sldId="471"/>
        </pc:sldMkLst>
        <pc:spChg chg="mod">
          <ac:chgData name="Syed Arsalan Jawed" userId="66ce1ddb-27c8-4da7-83ff-a193b16dacab" providerId="ADAL" clId="{CFFAB880-F25C-49F9-BFE1-38F00C32611C}" dt="2025-08-26T08:27:50.308" v="1227" actId="20577"/>
          <ac:spMkLst>
            <pc:docMk/>
            <pc:sldMk cId="2501444173" sldId="471"/>
            <ac:spMk id="2" creationId="{87FBCBB3-A09C-4DE1-836C-98874031940C}"/>
          </ac:spMkLst>
        </pc:spChg>
        <pc:spChg chg="mod">
          <ac:chgData name="Syed Arsalan Jawed" userId="66ce1ddb-27c8-4da7-83ff-a193b16dacab" providerId="ADAL" clId="{CFFAB880-F25C-49F9-BFE1-38F00C32611C}" dt="2025-08-26T08:27:28.548" v="1226" actId="20577"/>
          <ac:spMkLst>
            <pc:docMk/>
            <pc:sldMk cId="2501444173" sldId="471"/>
            <ac:spMk id="3" creationId="{2BF04B6A-959E-4FD4-82BB-F0AA8349ACF7}"/>
          </ac:spMkLst>
        </pc:spChg>
      </pc:sldChg>
      <pc:sldChg chg="modSp new del mod">
        <pc:chgData name="Syed Arsalan Jawed" userId="66ce1ddb-27c8-4da7-83ff-a193b16dacab" providerId="ADAL" clId="{CFFAB880-F25C-49F9-BFE1-38F00C32611C}" dt="2025-08-19T07:09:09.965" v="1192" actId="2696"/>
        <pc:sldMkLst>
          <pc:docMk/>
          <pc:sldMk cId="4175857929" sldId="471"/>
        </pc:sldMkLst>
        <pc:spChg chg="mod">
          <ac:chgData name="Syed Arsalan Jawed" userId="66ce1ddb-27c8-4da7-83ff-a193b16dacab" providerId="ADAL" clId="{CFFAB880-F25C-49F9-BFE1-38F00C32611C}" dt="2025-08-19T06:13:04.518" v="577" actId="20577"/>
          <ac:spMkLst>
            <pc:docMk/>
            <pc:sldMk cId="4175857929" sldId="471"/>
            <ac:spMk id="2" creationId="{87FBCBB3-A09C-4DE1-836C-98874031940C}"/>
          </ac:spMkLst>
        </pc:spChg>
        <pc:spChg chg="mod">
          <ac:chgData name="Syed Arsalan Jawed" userId="66ce1ddb-27c8-4da7-83ff-a193b16dacab" providerId="ADAL" clId="{CFFAB880-F25C-49F9-BFE1-38F00C32611C}" dt="2025-08-19T06:13:53.128" v="710" actId="207"/>
          <ac:spMkLst>
            <pc:docMk/>
            <pc:sldMk cId="4175857929" sldId="471"/>
            <ac:spMk id="3" creationId="{2BF04B6A-959E-4FD4-82BB-F0AA8349ACF7}"/>
          </ac:spMkLst>
        </pc:spChg>
      </pc:sldChg>
      <pc:sldChg chg="modSp add mod">
        <pc:chgData name="Syed Arsalan Jawed" userId="66ce1ddb-27c8-4da7-83ff-a193b16dacab" providerId="ADAL" clId="{CFFAB880-F25C-49F9-BFE1-38F00C32611C}" dt="2025-08-19T07:08:49.593" v="1188" actId="6549"/>
        <pc:sldMkLst>
          <pc:docMk/>
          <pc:sldMk cId="539386789" sldId="472"/>
        </pc:sldMkLst>
        <pc:spChg chg="mod">
          <ac:chgData name="Syed Arsalan Jawed" userId="66ce1ddb-27c8-4da7-83ff-a193b16dacab" providerId="ADAL" clId="{CFFAB880-F25C-49F9-BFE1-38F00C32611C}" dt="2025-08-19T07:08:49.593" v="1188" actId="6549"/>
          <ac:spMkLst>
            <pc:docMk/>
            <pc:sldMk cId="539386789" sldId="472"/>
            <ac:spMk id="2" creationId="{2FB66C2B-FE85-54A6-F9F3-01A689D2FDC7}"/>
          </ac:spMkLst>
        </pc:spChg>
      </pc:sldChg>
      <pc:sldChg chg="modSp add del mod">
        <pc:chgData name="Syed Arsalan Jawed" userId="66ce1ddb-27c8-4da7-83ff-a193b16dacab" providerId="ADAL" clId="{CFFAB880-F25C-49F9-BFE1-38F00C32611C}" dt="2025-08-19T07:09:26.745" v="1194" actId="2696"/>
        <pc:sldMkLst>
          <pc:docMk/>
          <pc:sldMk cId="496457182" sldId="473"/>
        </pc:sldMkLst>
        <pc:spChg chg="mod">
          <ac:chgData name="Syed Arsalan Jawed" userId="66ce1ddb-27c8-4da7-83ff-a193b16dacab" providerId="ADAL" clId="{CFFAB880-F25C-49F9-BFE1-38F00C32611C}" dt="2025-08-19T07:08:57.102" v="1191" actId="20577"/>
          <ac:spMkLst>
            <pc:docMk/>
            <pc:sldMk cId="496457182" sldId="473"/>
            <ac:spMk id="2" creationId="{3B823EC9-A7C7-F417-C151-EB054EEDA36D}"/>
          </ac:spMkLst>
        </pc:spChg>
      </pc:sldChg>
      <pc:sldChg chg="add">
        <pc:chgData name="Syed Arsalan Jawed" userId="66ce1ddb-27c8-4da7-83ff-a193b16dacab" providerId="ADAL" clId="{CFFAB880-F25C-49F9-BFE1-38F00C32611C}" dt="2025-08-19T07:09:30.725" v="1195"/>
        <pc:sldMkLst>
          <pc:docMk/>
          <pc:sldMk cId="1822908516" sldId="473"/>
        </pc:sldMkLst>
      </pc:sldChg>
      <pc:sldChg chg="add del">
        <pc:chgData name="Syed Arsalan Jawed" userId="66ce1ddb-27c8-4da7-83ff-a193b16dacab" providerId="ADAL" clId="{CFFAB880-F25C-49F9-BFE1-38F00C32611C}" dt="2025-08-19T07:09:26.745" v="1194" actId="2696"/>
        <pc:sldMkLst>
          <pc:docMk/>
          <pc:sldMk cId="2644924718" sldId="474"/>
        </pc:sldMkLst>
      </pc:sldChg>
      <pc:sldChg chg="add">
        <pc:chgData name="Syed Arsalan Jawed" userId="66ce1ddb-27c8-4da7-83ff-a193b16dacab" providerId="ADAL" clId="{CFFAB880-F25C-49F9-BFE1-38F00C32611C}" dt="2025-08-19T07:09:30.725" v="1195"/>
        <pc:sldMkLst>
          <pc:docMk/>
          <pc:sldMk cId="3931471065" sldId="474"/>
        </pc:sldMkLst>
      </pc:sldChg>
      <pc:sldChg chg="add">
        <pc:chgData name="Syed Arsalan Jawed" userId="66ce1ddb-27c8-4da7-83ff-a193b16dacab" providerId="ADAL" clId="{CFFAB880-F25C-49F9-BFE1-38F00C32611C}" dt="2025-08-19T07:09:30.725" v="1195"/>
        <pc:sldMkLst>
          <pc:docMk/>
          <pc:sldMk cId="1079104319" sldId="475"/>
        </pc:sldMkLst>
      </pc:sldChg>
      <pc:sldChg chg="add del">
        <pc:chgData name="Syed Arsalan Jawed" userId="66ce1ddb-27c8-4da7-83ff-a193b16dacab" providerId="ADAL" clId="{CFFAB880-F25C-49F9-BFE1-38F00C32611C}" dt="2025-08-19T07:09:26.745" v="1194" actId="2696"/>
        <pc:sldMkLst>
          <pc:docMk/>
          <pc:sldMk cId="3682599157" sldId="475"/>
        </pc:sldMkLst>
      </pc:sldChg>
      <pc:sldChg chg="modSp new del mod">
        <pc:chgData name="Syed Arsalan Jawed" userId="66ce1ddb-27c8-4da7-83ff-a193b16dacab" providerId="ADAL" clId="{CFFAB880-F25C-49F9-BFE1-38F00C32611C}" dt="2025-08-19T07:09:09.965" v="1192" actId="2696"/>
        <pc:sldMkLst>
          <pc:docMk/>
          <pc:sldMk cId="232385505" sldId="476"/>
        </pc:sldMkLst>
        <pc:spChg chg="mod">
          <ac:chgData name="Syed Arsalan Jawed" userId="66ce1ddb-27c8-4da7-83ff-a193b16dacab" providerId="ADAL" clId="{CFFAB880-F25C-49F9-BFE1-38F00C32611C}" dt="2025-08-19T05:58:58.404" v="432" actId="20577"/>
          <ac:spMkLst>
            <pc:docMk/>
            <pc:sldMk cId="232385505" sldId="476"/>
            <ac:spMk id="2" creationId="{DDFCB8B6-89B6-4B55-B64C-B9B44F880416}"/>
          </ac:spMkLst>
        </pc:spChg>
        <pc:spChg chg="mod">
          <ac:chgData name="Syed Arsalan Jawed" userId="66ce1ddb-27c8-4da7-83ff-a193b16dacab" providerId="ADAL" clId="{CFFAB880-F25C-49F9-BFE1-38F00C32611C}" dt="2025-08-19T05:59:00.519" v="434" actId="5793"/>
          <ac:spMkLst>
            <pc:docMk/>
            <pc:sldMk cId="232385505" sldId="476"/>
            <ac:spMk id="3" creationId="{43EE1E5F-CB7C-4067-B48F-CC91FD7ACB14}"/>
          </ac:spMkLst>
        </pc:spChg>
      </pc:sldChg>
      <pc:sldChg chg="add">
        <pc:chgData name="Syed Arsalan Jawed" userId="66ce1ddb-27c8-4da7-83ff-a193b16dacab" providerId="ADAL" clId="{CFFAB880-F25C-49F9-BFE1-38F00C32611C}" dt="2025-08-19T07:09:16.664" v="1193"/>
        <pc:sldMkLst>
          <pc:docMk/>
          <pc:sldMk cId="1266981891" sldId="476"/>
        </pc:sldMkLst>
      </pc:sldChg>
      <pc:sldChg chg="addSp delSp modSp new del mod">
        <pc:chgData name="Syed Arsalan Jawed" userId="66ce1ddb-27c8-4da7-83ff-a193b16dacab" providerId="ADAL" clId="{CFFAB880-F25C-49F9-BFE1-38F00C32611C}" dt="2025-08-19T07:09:09.965" v="1192" actId="2696"/>
        <pc:sldMkLst>
          <pc:docMk/>
          <pc:sldMk cId="341527395" sldId="477"/>
        </pc:sldMkLst>
        <pc:spChg chg="mod">
          <ac:chgData name="Syed Arsalan Jawed" userId="66ce1ddb-27c8-4da7-83ff-a193b16dacab" providerId="ADAL" clId="{CFFAB880-F25C-49F9-BFE1-38F00C32611C}" dt="2025-08-19T06:01:52.913" v="565" actId="20577"/>
          <ac:spMkLst>
            <pc:docMk/>
            <pc:sldMk cId="341527395" sldId="477"/>
            <ac:spMk id="2" creationId="{469D4FC1-D550-4338-BA03-45EA60D013CC}"/>
          </ac:spMkLst>
        </pc:spChg>
        <pc:spChg chg="mod">
          <ac:chgData name="Syed Arsalan Jawed" userId="66ce1ddb-27c8-4da7-83ff-a193b16dacab" providerId="ADAL" clId="{CFFAB880-F25C-49F9-BFE1-38F00C32611C}" dt="2025-08-19T06:01:37.930" v="539" actId="20577"/>
          <ac:spMkLst>
            <pc:docMk/>
            <pc:sldMk cId="341527395" sldId="477"/>
            <ac:spMk id="3" creationId="{B7C8A513-4AFA-44DF-89F2-FD8171B60C56}"/>
          </ac:spMkLst>
        </pc:spChg>
        <pc:spChg chg="add del">
          <ac:chgData name="Syed Arsalan Jawed" userId="66ce1ddb-27c8-4da7-83ff-a193b16dacab" providerId="ADAL" clId="{CFFAB880-F25C-49F9-BFE1-38F00C32611C}" dt="2025-08-19T05:59:54.873" v="437"/>
          <ac:spMkLst>
            <pc:docMk/>
            <pc:sldMk cId="341527395" sldId="477"/>
            <ac:spMk id="4" creationId="{BF8E8481-C0DF-469F-9365-49BC58A8109D}"/>
          </ac:spMkLst>
        </pc:spChg>
        <pc:spChg chg="add del">
          <ac:chgData name="Syed Arsalan Jawed" userId="66ce1ddb-27c8-4da7-83ff-a193b16dacab" providerId="ADAL" clId="{CFFAB880-F25C-49F9-BFE1-38F00C32611C}" dt="2025-08-19T05:59:54.873" v="437"/>
          <ac:spMkLst>
            <pc:docMk/>
            <pc:sldMk cId="341527395" sldId="477"/>
            <ac:spMk id="5" creationId="{EDC41DC0-2162-4C9D-B166-CB614CFAD7F0}"/>
          </ac:spMkLst>
        </pc:spChg>
        <pc:spChg chg="add del">
          <ac:chgData name="Syed Arsalan Jawed" userId="66ce1ddb-27c8-4da7-83ff-a193b16dacab" providerId="ADAL" clId="{CFFAB880-F25C-49F9-BFE1-38F00C32611C}" dt="2025-08-19T06:00:11.518" v="439"/>
          <ac:spMkLst>
            <pc:docMk/>
            <pc:sldMk cId="341527395" sldId="477"/>
            <ac:spMk id="6" creationId="{0A30DCEC-F10F-4CE2-8298-D702B28972CB}"/>
          </ac:spMkLst>
        </pc:spChg>
        <pc:spChg chg="add del">
          <ac:chgData name="Syed Arsalan Jawed" userId="66ce1ddb-27c8-4da7-83ff-a193b16dacab" providerId="ADAL" clId="{CFFAB880-F25C-49F9-BFE1-38F00C32611C}" dt="2025-08-19T06:00:24.028" v="441"/>
          <ac:spMkLst>
            <pc:docMk/>
            <pc:sldMk cId="341527395" sldId="477"/>
            <ac:spMk id="7" creationId="{E1DEDDFF-9EF7-48FA-8B2B-A581C9D5A0EC}"/>
          </ac:spMkLst>
        </pc:spChg>
        <pc:spChg chg="add del">
          <ac:chgData name="Syed Arsalan Jawed" userId="66ce1ddb-27c8-4da7-83ff-a193b16dacab" providerId="ADAL" clId="{CFFAB880-F25C-49F9-BFE1-38F00C32611C}" dt="2025-08-19T06:00:46.221" v="444"/>
          <ac:spMkLst>
            <pc:docMk/>
            <pc:sldMk cId="341527395" sldId="477"/>
            <ac:spMk id="8" creationId="{F9B967EA-92A2-4FD1-8E09-1BDD0FAEF455}"/>
          </ac:spMkLst>
        </pc:spChg>
        <pc:spChg chg="add del">
          <ac:chgData name="Syed Arsalan Jawed" userId="66ce1ddb-27c8-4da7-83ff-a193b16dacab" providerId="ADAL" clId="{CFFAB880-F25C-49F9-BFE1-38F00C32611C}" dt="2025-08-19T06:00:46.221" v="444"/>
          <ac:spMkLst>
            <pc:docMk/>
            <pc:sldMk cId="341527395" sldId="477"/>
            <ac:spMk id="9" creationId="{5ECD8A4A-D0B4-4D60-9F60-901D0F09DE77}"/>
          </ac:spMkLst>
        </pc:spChg>
        <pc:picChg chg="add del">
          <ac:chgData name="Syed Arsalan Jawed" userId="66ce1ddb-27c8-4da7-83ff-a193b16dacab" providerId="ADAL" clId="{CFFAB880-F25C-49F9-BFE1-38F00C32611C}" dt="2025-08-19T05:59:54.873" v="437"/>
          <ac:picMkLst>
            <pc:docMk/>
            <pc:sldMk cId="341527395" sldId="477"/>
            <ac:picMk id="1026" creationId="{3BB4CCF9-AEC3-47C6-9F42-9F884CE17D67}"/>
          </ac:picMkLst>
        </pc:picChg>
        <pc:picChg chg="add del">
          <ac:chgData name="Syed Arsalan Jawed" userId="66ce1ddb-27c8-4da7-83ff-a193b16dacab" providerId="ADAL" clId="{CFFAB880-F25C-49F9-BFE1-38F00C32611C}" dt="2025-08-19T05:59:54.873" v="437"/>
          <ac:picMkLst>
            <pc:docMk/>
            <pc:sldMk cId="341527395" sldId="477"/>
            <ac:picMk id="1027" creationId="{E6FB3719-A15D-40E1-BF50-FF4E4024F93C}"/>
          </ac:picMkLst>
        </pc:picChg>
        <pc:picChg chg="add del">
          <ac:chgData name="Syed Arsalan Jawed" userId="66ce1ddb-27c8-4da7-83ff-a193b16dacab" providerId="ADAL" clId="{CFFAB880-F25C-49F9-BFE1-38F00C32611C}" dt="2025-08-19T05:59:54.873" v="437"/>
          <ac:picMkLst>
            <pc:docMk/>
            <pc:sldMk cId="341527395" sldId="477"/>
            <ac:picMk id="1028" creationId="{71E72C44-54E5-49B4-A230-FB1D018530C3}"/>
          </ac:picMkLst>
        </pc:picChg>
        <pc:picChg chg="add del">
          <ac:chgData name="Syed Arsalan Jawed" userId="66ce1ddb-27c8-4da7-83ff-a193b16dacab" providerId="ADAL" clId="{CFFAB880-F25C-49F9-BFE1-38F00C32611C}" dt="2025-08-19T05:59:54.873" v="437"/>
          <ac:picMkLst>
            <pc:docMk/>
            <pc:sldMk cId="341527395" sldId="477"/>
            <ac:picMk id="1029" creationId="{E82890E9-E547-4599-A8BF-B084CC273A81}"/>
          </ac:picMkLst>
        </pc:picChg>
        <pc:picChg chg="add del">
          <ac:chgData name="Syed Arsalan Jawed" userId="66ce1ddb-27c8-4da7-83ff-a193b16dacab" providerId="ADAL" clId="{CFFAB880-F25C-49F9-BFE1-38F00C32611C}" dt="2025-08-19T05:59:54.873" v="437"/>
          <ac:picMkLst>
            <pc:docMk/>
            <pc:sldMk cId="341527395" sldId="477"/>
            <ac:picMk id="1030" creationId="{EF987E3C-62D1-4AF2-AC05-07A50A38EE0F}"/>
          </ac:picMkLst>
        </pc:picChg>
        <pc:picChg chg="add del">
          <ac:chgData name="Syed Arsalan Jawed" userId="66ce1ddb-27c8-4da7-83ff-a193b16dacab" providerId="ADAL" clId="{CFFAB880-F25C-49F9-BFE1-38F00C32611C}" dt="2025-08-19T05:59:54.873" v="437"/>
          <ac:picMkLst>
            <pc:docMk/>
            <pc:sldMk cId="341527395" sldId="477"/>
            <ac:picMk id="1031" creationId="{EAD9C38F-10AD-4D53-88EF-7036FA3B908A}"/>
          </ac:picMkLst>
        </pc:picChg>
        <pc:picChg chg="add del">
          <ac:chgData name="Syed Arsalan Jawed" userId="66ce1ddb-27c8-4da7-83ff-a193b16dacab" providerId="ADAL" clId="{CFFAB880-F25C-49F9-BFE1-38F00C32611C}" dt="2025-08-19T05:59:54.873" v="437"/>
          <ac:picMkLst>
            <pc:docMk/>
            <pc:sldMk cId="341527395" sldId="477"/>
            <ac:picMk id="1033" creationId="{CBA8D1C4-E7A5-4797-9ED6-466D9720EEC2}"/>
          </ac:picMkLst>
        </pc:picChg>
        <pc:picChg chg="add del">
          <ac:chgData name="Syed Arsalan Jawed" userId="66ce1ddb-27c8-4da7-83ff-a193b16dacab" providerId="ADAL" clId="{CFFAB880-F25C-49F9-BFE1-38F00C32611C}" dt="2025-08-19T05:59:54.873" v="437"/>
          <ac:picMkLst>
            <pc:docMk/>
            <pc:sldMk cId="341527395" sldId="477"/>
            <ac:picMk id="1034" creationId="{DE50385B-D28C-4CFC-930B-8B75C627F57B}"/>
          </ac:picMkLst>
        </pc:picChg>
        <pc:picChg chg="add del">
          <ac:chgData name="Syed Arsalan Jawed" userId="66ce1ddb-27c8-4da7-83ff-a193b16dacab" providerId="ADAL" clId="{CFFAB880-F25C-49F9-BFE1-38F00C32611C}" dt="2025-08-19T06:00:11.518" v="439"/>
          <ac:picMkLst>
            <pc:docMk/>
            <pc:sldMk cId="341527395" sldId="477"/>
            <ac:picMk id="1036" creationId="{22F02516-064E-410D-B648-8DA41DA645DE}"/>
          </ac:picMkLst>
        </pc:picChg>
        <pc:picChg chg="add del">
          <ac:chgData name="Syed Arsalan Jawed" userId="66ce1ddb-27c8-4da7-83ff-a193b16dacab" providerId="ADAL" clId="{CFFAB880-F25C-49F9-BFE1-38F00C32611C}" dt="2025-08-19T06:00:11.518" v="439"/>
          <ac:picMkLst>
            <pc:docMk/>
            <pc:sldMk cId="341527395" sldId="477"/>
            <ac:picMk id="1037" creationId="{E980E82A-EE77-4469-A0FF-F1811CD6338A}"/>
          </ac:picMkLst>
        </pc:picChg>
        <pc:picChg chg="add del">
          <ac:chgData name="Syed Arsalan Jawed" userId="66ce1ddb-27c8-4da7-83ff-a193b16dacab" providerId="ADAL" clId="{CFFAB880-F25C-49F9-BFE1-38F00C32611C}" dt="2025-08-19T06:00:11.518" v="439"/>
          <ac:picMkLst>
            <pc:docMk/>
            <pc:sldMk cId="341527395" sldId="477"/>
            <ac:picMk id="1038" creationId="{95389356-BC09-498B-82DF-529F9A35FC61}"/>
          </ac:picMkLst>
        </pc:picChg>
        <pc:picChg chg="add del">
          <ac:chgData name="Syed Arsalan Jawed" userId="66ce1ddb-27c8-4da7-83ff-a193b16dacab" providerId="ADAL" clId="{CFFAB880-F25C-49F9-BFE1-38F00C32611C}" dt="2025-08-19T06:00:11.518" v="439"/>
          <ac:picMkLst>
            <pc:docMk/>
            <pc:sldMk cId="341527395" sldId="477"/>
            <ac:picMk id="1039" creationId="{CD59ED4A-C1C2-403B-9227-C8D88076847F}"/>
          </ac:picMkLst>
        </pc:picChg>
        <pc:picChg chg="add del">
          <ac:chgData name="Syed Arsalan Jawed" userId="66ce1ddb-27c8-4da7-83ff-a193b16dacab" providerId="ADAL" clId="{CFFAB880-F25C-49F9-BFE1-38F00C32611C}" dt="2025-08-19T06:00:11.518" v="439"/>
          <ac:picMkLst>
            <pc:docMk/>
            <pc:sldMk cId="341527395" sldId="477"/>
            <ac:picMk id="1040" creationId="{5D33F6AF-FE06-4A4E-A85E-15998C2FA5C2}"/>
          </ac:picMkLst>
        </pc:picChg>
        <pc:picChg chg="add del">
          <ac:chgData name="Syed Arsalan Jawed" userId="66ce1ddb-27c8-4da7-83ff-a193b16dacab" providerId="ADAL" clId="{CFFAB880-F25C-49F9-BFE1-38F00C32611C}" dt="2025-08-19T06:00:11.518" v="439"/>
          <ac:picMkLst>
            <pc:docMk/>
            <pc:sldMk cId="341527395" sldId="477"/>
            <ac:picMk id="1041" creationId="{74A6F851-1F6C-4DB9-9F96-978FBD0930D5}"/>
          </ac:picMkLst>
        </pc:picChg>
        <pc:picChg chg="add del">
          <ac:chgData name="Syed Arsalan Jawed" userId="66ce1ddb-27c8-4da7-83ff-a193b16dacab" providerId="ADAL" clId="{CFFAB880-F25C-49F9-BFE1-38F00C32611C}" dt="2025-08-19T06:00:24.028" v="441"/>
          <ac:picMkLst>
            <pc:docMk/>
            <pc:sldMk cId="341527395" sldId="477"/>
            <ac:picMk id="1043" creationId="{275989F9-A1AA-4A7E-8748-1E273987DE9F}"/>
          </ac:picMkLst>
        </pc:picChg>
        <pc:picChg chg="add del">
          <ac:chgData name="Syed Arsalan Jawed" userId="66ce1ddb-27c8-4da7-83ff-a193b16dacab" providerId="ADAL" clId="{CFFAB880-F25C-49F9-BFE1-38F00C32611C}" dt="2025-08-19T06:00:24.028" v="441"/>
          <ac:picMkLst>
            <pc:docMk/>
            <pc:sldMk cId="341527395" sldId="477"/>
            <ac:picMk id="1044" creationId="{602A5215-23E1-45D0-B64A-43E81189D9BB}"/>
          </ac:picMkLst>
        </pc:picChg>
        <pc:picChg chg="add del">
          <ac:chgData name="Syed Arsalan Jawed" userId="66ce1ddb-27c8-4da7-83ff-a193b16dacab" providerId="ADAL" clId="{CFFAB880-F25C-49F9-BFE1-38F00C32611C}" dt="2025-08-19T06:00:24.028" v="441"/>
          <ac:picMkLst>
            <pc:docMk/>
            <pc:sldMk cId="341527395" sldId="477"/>
            <ac:picMk id="1045" creationId="{09F8F00F-553D-44D3-80F5-679949E34388}"/>
          </ac:picMkLst>
        </pc:picChg>
        <pc:picChg chg="add del">
          <ac:chgData name="Syed Arsalan Jawed" userId="66ce1ddb-27c8-4da7-83ff-a193b16dacab" providerId="ADAL" clId="{CFFAB880-F25C-49F9-BFE1-38F00C32611C}" dt="2025-08-19T06:00:24.028" v="441"/>
          <ac:picMkLst>
            <pc:docMk/>
            <pc:sldMk cId="341527395" sldId="477"/>
            <ac:picMk id="1046" creationId="{9DE00FEB-7A70-4387-B799-A39CCBC35DD0}"/>
          </ac:picMkLst>
        </pc:picChg>
        <pc:picChg chg="add del">
          <ac:chgData name="Syed Arsalan Jawed" userId="66ce1ddb-27c8-4da7-83ff-a193b16dacab" providerId="ADAL" clId="{CFFAB880-F25C-49F9-BFE1-38F00C32611C}" dt="2025-08-19T06:00:24.028" v="441"/>
          <ac:picMkLst>
            <pc:docMk/>
            <pc:sldMk cId="341527395" sldId="477"/>
            <ac:picMk id="1047" creationId="{CF3602A8-967E-4FE1-86CE-D51BA3086B3F}"/>
          </ac:picMkLst>
        </pc:picChg>
        <pc:picChg chg="add del">
          <ac:chgData name="Syed Arsalan Jawed" userId="66ce1ddb-27c8-4da7-83ff-a193b16dacab" providerId="ADAL" clId="{CFFAB880-F25C-49F9-BFE1-38F00C32611C}" dt="2025-08-19T06:00:24.028" v="441"/>
          <ac:picMkLst>
            <pc:docMk/>
            <pc:sldMk cId="341527395" sldId="477"/>
            <ac:picMk id="1048" creationId="{DAB37D0D-EC81-466A-9B63-E81BE8D45F04}"/>
          </ac:picMkLst>
        </pc:picChg>
        <pc:picChg chg="add del">
          <ac:chgData name="Syed Arsalan Jawed" userId="66ce1ddb-27c8-4da7-83ff-a193b16dacab" providerId="ADAL" clId="{CFFAB880-F25C-49F9-BFE1-38F00C32611C}" dt="2025-08-19T06:00:46.221" v="444"/>
          <ac:picMkLst>
            <pc:docMk/>
            <pc:sldMk cId="341527395" sldId="477"/>
            <ac:picMk id="1050" creationId="{982DA339-D898-41B9-9959-7F00A72AA067}"/>
          </ac:picMkLst>
        </pc:picChg>
        <pc:picChg chg="add del">
          <ac:chgData name="Syed Arsalan Jawed" userId="66ce1ddb-27c8-4da7-83ff-a193b16dacab" providerId="ADAL" clId="{CFFAB880-F25C-49F9-BFE1-38F00C32611C}" dt="2025-08-19T06:00:46.221" v="444"/>
          <ac:picMkLst>
            <pc:docMk/>
            <pc:sldMk cId="341527395" sldId="477"/>
            <ac:picMk id="1051" creationId="{88DF9F39-3E3C-4842-A1F1-780E4DE026A8}"/>
          </ac:picMkLst>
        </pc:picChg>
        <pc:picChg chg="add del">
          <ac:chgData name="Syed Arsalan Jawed" userId="66ce1ddb-27c8-4da7-83ff-a193b16dacab" providerId="ADAL" clId="{CFFAB880-F25C-49F9-BFE1-38F00C32611C}" dt="2025-08-19T06:00:46.221" v="444"/>
          <ac:picMkLst>
            <pc:docMk/>
            <pc:sldMk cId="341527395" sldId="477"/>
            <ac:picMk id="1052" creationId="{DCB576E8-3241-4044-8864-1730B62E973D}"/>
          </ac:picMkLst>
        </pc:picChg>
        <pc:picChg chg="add del">
          <ac:chgData name="Syed Arsalan Jawed" userId="66ce1ddb-27c8-4da7-83ff-a193b16dacab" providerId="ADAL" clId="{CFFAB880-F25C-49F9-BFE1-38F00C32611C}" dt="2025-08-19T06:00:46.221" v="444"/>
          <ac:picMkLst>
            <pc:docMk/>
            <pc:sldMk cId="341527395" sldId="477"/>
            <ac:picMk id="1053" creationId="{C69EF6BF-654E-4078-B0D9-DAAC692E4BE4}"/>
          </ac:picMkLst>
        </pc:picChg>
        <pc:picChg chg="add del">
          <ac:chgData name="Syed Arsalan Jawed" userId="66ce1ddb-27c8-4da7-83ff-a193b16dacab" providerId="ADAL" clId="{CFFAB880-F25C-49F9-BFE1-38F00C32611C}" dt="2025-08-19T06:00:46.221" v="444"/>
          <ac:picMkLst>
            <pc:docMk/>
            <pc:sldMk cId="341527395" sldId="477"/>
            <ac:picMk id="1054" creationId="{3BCA090D-AC1E-4B91-AF90-B02B432E8C96}"/>
          </ac:picMkLst>
        </pc:picChg>
        <pc:picChg chg="add del">
          <ac:chgData name="Syed Arsalan Jawed" userId="66ce1ddb-27c8-4da7-83ff-a193b16dacab" providerId="ADAL" clId="{CFFAB880-F25C-49F9-BFE1-38F00C32611C}" dt="2025-08-19T06:00:46.221" v="444"/>
          <ac:picMkLst>
            <pc:docMk/>
            <pc:sldMk cId="341527395" sldId="477"/>
            <ac:picMk id="1055" creationId="{61106212-8757-42CC-AE1C-09F0EA03C44B}"/>
          </ac:picMkLst>
        </pc:picChg>
        <pc:picChg chg="add del">
          <ac:chgData name="Syed Arsalan Jawed" userId="66ce1ddb-27c8-4da7-83ff-a193b16dacab" providerId="ADAL" clId="{CFFAB880-F25C-49F9-BFE1-38F00C32611C}" dt="2025-08-19T06:00:46.221" v="444"/>
          <ac:picMkLst>
            <pc:docMk/>
            <pc:sldMk cId="341527395" sldId="477"/>
            <ac:picMk id="1057" creationId="{09B71750-65C3-4762-91FC-2F9989B6AEEF}"/>
          </ac:picMkLst>
        </pc:picChg>
        <pc:picChg chg="add del">
          <ac:chgData name="Syed Arsalan Jawed" userId="66ce1ddb-27c8-4da7-83ff-a193b16dacab" providerId="ADAL" clId="{CFFAB880-F25C-49F9-BFE1-38F00C32611C}" dt="2025-08-19T06:00:46.221" v="444"/>
          <ac:picMkLst>
            <pc:docMk/>
            <pc:sldMk cId="341527395" sldId="477"/>
            <ac:picMk id="1058" creationId="{B3273A44-70DD-4460-80CB-4BC58BFE5C60}"/>
          </ac:picMkLst>
        </pc:picChg>
      </pc:sldChg>
      <pc:sldChg chg="add">
        <pc:chgData name="Syed Arsalan Jawed" userId="66ce1ddb-27c8-4da7-83ff-a193b16dacab" providerId="ADAL" clId="{CFFAB880-F25C-49F9-BFE1-38F00C32611C}" dt="2025-08-19T07:09:16.664" v="1193"/>
        <pc:sldMkLst>
          <pc:docMk/>
          <pc:sldMk cId="3613975917" sldId="477"/>
        </pc:sldMkLst>
      </pc:sldChg>
      <pc:sldChg chg="addSp delSp modSp new mod">
        <pc:chgData name="Syed Arsalan Jawed" userId="66ce1ddb-27c8-4da7-83ff-a193b16dacab" providerId="ADAL" clId="{CFFAB880-F25C-49F9-BFE1-38F00C32611C}" dt="2025-08-19T06:18:47.172" v="814" actId="20577"/>
        <pc:sldMkLst>
          <pc:docMk/>
          <pc:sldMk cId="3318522089" sldId="478"/>
        </pc:sldMkLst>
        <pc:spChg chg="mod">
          <ac:chgData name="Syed Arsalan Jawed" userId="66ce1ddb-27c8-4da7-83ff-a193b16dacab" providerId="ADAL" clId="{CFFAB880-F25C-49F9-BFE1-38F00C32611C}" dt="2025-08-19T06:18:47.172" v="814" actId="20577"/>
          <ac:spMkLst>
            <pc:docMk/>
            <pc:sldMk cId="3318522089" sldId="478"/>
            <ac:spMk id="2" creationId="{215EC842-CBCA-4E2E-ACBB-BE6D5CB0E8F5}"/>
          </ac:spMkLst>
        </pc:spChg>
        <pc:spChg chg="del">
          <ac:chgData name="Syed Arsalan Jawed" userId="66ce1ddb-27c8-4da7-83ff-a193b16dacab" providerId="ADAL" clId="{CFFAB880-F25C-49F9-BFE1-38F00C32611C}" dt="2025-08-19T06:14:29.238" v="726" actId="478"/>
          <ac:spMkLst>
            <pc:docMk/>
            <pc:sldMk cId="3318522089" sldId="478"/>
            <ac:spMk id="3" creationId="{5B7E7221-18EC-4964-8DDF-61A91D14EA9F}"/>
          </ac:spMkLst>
        </pc:spChg>
        <pc:spChg chg="add mod">
          <ac:chgData name="Syed Arsalan Jawed" userId="66ce1ddb-27c8-4da7-83ff-a193b16dacab" providerId="ADAL" clId="{CFFAB880-F25C-49F9-BFE1-38F00C32611C}" dt="2025-08-19T06:16:33.607" v="800" actId="20577"/>
          <ac:spMkLst>
            <pc:docMk/>
            <pc:sldMk cId="3318522089" sldId="478"/>
            <ac:spMk id="4" creationId="{E936D429-9689-4191-8237-5E39A918B1B4}"/>
          </ac:spMkLst>
        </pc:spChg>
        <pc:spChg chg="add del mod">
          <ac:chgData name="Syed Arsalan Jawed" userId="66ce1ddb-27c8-4da7-83ff-a193b16dacab" providerId="ADAL" clId="{CFFAB880-F25C-49F9-BFE1-38F00C32611C}" dt="2025-08-19T06:17:57.410" v="802" actId="478"/>
          <ac:spMkLst>
            <pc:docMk/>
            <pc:sldMk cId="3318522089" sldId="478"/>
            <ac:spMk id="5" creationId="{77E03BD8-216D-4CD9-AEDC-AB769D046AB2}"/>
          </ac:spMkLst>
        </pc:spChg>
        <pc:spChg chg="add mod">
          <ac:chgData name="Syed Arsalan Jawed" userId="66ce1ddb-27c8-4da7-83ff-a193b16dacab" providerId="ADAL" clId="{CFFAB880-F25C-49F9-BFE1-38F00C32611C}" dt="2025-08-19T06:18:04.476" v="806" actId="20577"/>
          <ac:spMkLst>
            <pc:docMk/>
            <pc:sldMk cId="3318522089" sldId="478"/>
            <ac:spMk id="6" creationId="{F051EB4B-3953-4041-8F2A-10522A6D2843}"/>
          </ac:spMkLst>
        </pc:spChg>
      </pc:sldChg>
      <pc:sldChg chg="addSp delSp modSp new mod">
        <pc:chgData name="Syed Arsalan Jawed" userId="66ce1ddb-27c8-4da7-83ff-a193b16dacab" providerId="ADAL" clId="{CFFAB880-F25C-49F9-BFE1-38F00C32611C}" dt="2025-08-19T06:22:35.740" v="1123" actId="403"/>
        <pc:sldMkLst>
          <pc:docMk/>
          <pc:sldMk cId="2167041853" sldId="479"/>
        </pc:sldMkLst>
        <pc:spChg chg="mod">
          <ac:chgData name="Syed Arsalan Jawed" userId="66ce1ddb-27c8-4da7-83ff-a193b16dacab" providerId="ADAL" clId="{CFFAB880-F25C-49F9-BFE1-38F00C32611C}" dt="2025-08-19T06:22:06.796" v="1115" actId="20577"/>
          <ac:spMkLst>
            <pc:docMk/>
            <pc:sldMk cId="2167041853" sldId="479"/>
            <ac:spMk id="2" creationId="{F3C3B7E5-7DC2-460C-8A80-5EA02819F427}"/>
          </ac:spMkLst>
        </pc:spChg>
        <pc:spChg chg="del">
          <ac:chgData name="Syed Arsalan Jawed" userId="66ce1ddb-27c8-4da7-83ff-a193b16dacab" providerId="ADAL" clId="{CFFAB880-F25C-49F9-BFE1-38F00C32611C}" dt="2025-08-19T06:22:24.539" v="1116" actId="478"/>
          <ac:spMkLst>
            <pc:docMk/>
            <pc:sldMk cId="2167041853" sldId="479"/>
            <ac:spMk id="3" creationId="{83E6441C-4697-4836-A643-44C49364E3B9}"/>
          </ac:spMkLst>
        </pc:spChg>
        <pc:graphicFrameChg chg="add mod modGraphic">
          <ac:chgData name="Syed Arsalan Jawed" userId="66ce1ddb-27c8-4da7-83ff-a193b16dacab" providerId="ADAL" clId="{CFFAB880-F25C-49F9-BFE1-38F00C32611C}" dt="2025-08-19T06:22:35.740" v="1123" actId="403"/>
          <ac:graphicFrameMkLst>
            <pc:docMk/>
            <pc:sldMk cId="2167041853" sldId="479"/>
            <ac:graphicFrameMk id="4" creationId="{44181BA3-49ED-4D37-9ED1-23F41297EFA3}"/>
          </ac:graphicFrameMkLst>
        </pc:graphicFrameChg>
      </pc:sldChg>
      <pc:sldChg chg="addSp delSp modSp new mod">
        <pc:chgData name="Syed Arsalan Jawed" userId="66ce1ddb-27c8-4da7-83ff-a193b16dacab" providerId="ADAL" clId="{CFFAB880-F25C-49F9-BFE1-38F00C32611C}" dt="2025-08-19T06:25:32.783" v="1151" actId="403"/>
        <pc:sldMkLst>
          <pc:docMk/>
          <pc:sldMk cId="1474822509" sldId="480"/>
        </pc:sldMkLst>
        <pc:spChg chg="mod">
          <ac:chgData name="Syed Arsalan Jawed" userId="66ce1ddb-27c8-4da7-83ff-a193b16dacab" providerId="ADAL" clId="{CFFAB880-F25C-49F9-BFE1-38F00C32611C}" dt="2025-08-19T06:25:20.783" v="1142" actId="20577"/>
          <ac:spMkLst>
            <pc:docMk/>
            <pc:sldMk cId="1474822509" sldId="480"/>
            <ac:spMk id="2" creationId="{9B7F14DF-BD47-4155-ADA8-27A5B80B4A6F}"/>
          </ac:spMkLst>
        </pc:spChg>
        <pc:spChg chg="del">
          <ac:chgData name="Syed Arsalan Jawed" userId="66ce1ddb-27c8-4da7-83ff-a193b16dacab" providerId="ADAL" clId="{CFFAB880-F25C-49F9-BFE1-38F00C32611C}" dt="2025-08-19T06:25:24.837" v="1143" actId="478"/>
          <ac:spMkLst>
            <pc:docMk/>
            <pc:sldMk cId="1474822509" sldId="480"/>
            <ac:spMk id="3" creationId="{FD555D21-7A53-4E7C-B699-A3F6750CC665}"/>
          </ac:spMkLst>
        </pc:spChg>
        <pc:graphicFrameChg chg="add mod modGraphic">
          <ac:chgData name="Syed Arsalan Jawed" userId="66ce1ddb-27c8-4da7-83ff-a193b16dacab" providerId="ADAL" clId="{CFFAB880-F25C-49F9-BFE1-38F00C32611C}" dt="2025-08-19T06:25:32.783" v="1151" actId="403"/>
          <ac:graphicFrameMkLst>
            <pc:docMk/>
            <pc:sldMk cId="1474822509" sldId="480"/>
            <ac:graphicFrameMk id="4" creationId="{C0B54766-6F71-49CE-BDF9-EFC3C8FA861B}"/>
          </ac:graphicFrameMkLst>
        </pc:graphicFrameChg>
      </pc:sldChg>
      <pc:sldChg chg="addSp delSp modSp new mod">
        <pc:chgData name="Syed Arsalan Jawed" userId="66ce1ddb-27c8-4da7-83ff-a193b16dacab" providerId="ADAL" clId="{CFFAB880-F25C-49F9-BFE1-38F00C32611C}" dt="2025-08-19T06:26:52.585" v="1173" actId="20577"/>
        <pc:sldMkLst>
          <pc:docMk/>
          <pc:sldMk cId="2291712893" sldId="481"/>
        </pc:sldMkLst>
        <pc:spChg chg="mod">
          <ac:chgData name="Syed Arsalan Jawed" userId="66ce1ddb-27c8-4da7-83ff-a193b16dacab" providerId="ADAL" clId="{CFFAB880-F25C-49F9-BFE1-38F00C32611C}" dt="2025-08-19T06:26:52.585" v="1173" actId="20577"/>
          <ac:spMkLst>
            <pc:docMk/>
            <pc:sldMk cId="2291712893" sldId="481"/>
            <ac:spMk id="2" creationId="{91047D9E-01C3-48CF-8721-F756F0B70E56}"/>
          </ac:spMkLst>
        </pc:spChg>
        <pc:spChg chg="del">
          <ac:chgData name="Syed Arsalan Jawed" userId="66ce1ddb-27c8-4da7-83ff-a193b16dacab" providerId="ADAL" clId="{CFFAB880-F25C-49F9-BFE1-38F00C32611C}" dt="2025-08-19T06:26:29.077" v="1153"/>
          <ac:spMkLst>
            <pc:docMk/>
            <pc:sldMk cId="2291712893" sldId="481"/>
            <ac:spMk id="3" creationId="{2B9FEB36-6533-4E15-B04E-FDFAFD0D0DF2}"/>
          </ac:spMkLst>
        </pc:spChg>
        <pc:graphicFrameChg chg="add mod modGraphic">
          <ac:chgData name="Syed Arsalan Jawed" userId="66ce1ddb-27c8-4da7-83ff-a193b16dacab" providerId="ADAL" clId="{CFFAB880-F25C-49F9-BFE1-38F00C32611C}" dt="2025-08-19T06:26:41.929" v="1158" actId="404"/>
          <ac:graphicFrameMkLst>
            <pc:docMk/>
            <pc:sldMk cId="2291712893" sldId="481"/>
            <ac:graphicFrameMk id="4" creationId="{0C9CFF66-8562-4B35-A44D-241CB3D69AD6}"/>
          </ac:graphicFrameMkLst>
        </pc:graphicFrameChg>
      </pc:sldChg>
      <pc:sldChg chg="addSp modSp new mod">
        <pc:chgData name="Syed Arsalan Jawed" userId="66ce1ddb-27c8-4da7-83ff-a193b16dacab" providerId="ADAL" clId="{CFFAB880-F25C-49F9-BFE1-38F00C32611C}" dt="2025-08-19T07:09:42.289" v="1209" actId="20577"/>
        <pc:sldMkLst>
          <pc:docMk/>
          <pc:sldMk cId="3862261444" sldId="482"/>
        </pc:sldMkLst>
        <pc:spChg chg="mod">
          <ac:chgData name="Syed Arsalan Jawed" userId="66ce1ddb-27c8-4da7-83ff-a193b16dacab" providerId="ADAL" clId="{CFFAB880-F25C-49F9-BFE1-38F00C32611C}" dt="2025-08-19T07:09:42.289" v="1209" actId="20577"/>
          <ac:spMkLst>
            <pc:docMk/>
            <pc:sldMk cId="3862261444" sldId="482"/>
            <ac:spMk id="2" creationId="{595448B1-43A1-4CDB-AF02-25B87C0D7676}"/>
          </ac:spMkLst>
        </pc:spChg>
        <pc:spChg chg="add mod">
          <ac:chgData name="Syed Arsalan Jawed" userId="66ce1ddb-27c8-4da7-83ff-a193b16dacab" providerId="ADAL" clId="{CFFAB880-F25C-49F9-BFE1-38F00C32611C}" dt="2025-08-19T06:29:17.607" v="1181" actId="403"/>
          <ac:spMkLst>
            <pc:docMk/>
            <pc:sldMk cId="3862261444" sldId="482"/>
            <ac:spMk id="5" creationId="{27A8DF1F-40E6-42A6-833F-26B35A97A12F}"/>
          </ac:spMkLst>
        </pc:spChg>
      </pc:sldChg>
      <pc:sldChg chg="add">
        <pc:chgData name="Syed Arsalan Jawed" userId="66ce1ddb-27c8-4da7-83ff-a193b16dacab" providerId="ADAL" clId="{CFFAB880-F25C-49F9-BFE1-38F00C32611C}" dt="2025-08-26T08:21:25.483" v="1210"/>
        <pc:sldMkLst>
          <pc:docMk/>
          <pc:sldMk cId="263631629" sldId="487"/>
        </pc:sldMkLst>
      </pc:sldChg>
      <pc:sldChg chg="add">
        <pc:chgData name="Syed Arsalan Jawed" userId="66ce1ddb-27c8-4da7-83ff-a193b16dacab" providerId="ADAL" clId="{CFFAB880-F25C-49F9-BFE1-38F00C32611C}" dt="2025-08-26T08:27:19.228" v="1222"/>
        <pc:sldMkLst>
          <pc:docMk/>
          <pc:sldMk cId="2078457810" sldId="488"/>
        </pc:sldMkLst>
      </pc:sldChg>
      <pc:sldChg chg="addSp delSp modSp new mod">
        <pc:chgData name="Syed Arsalan Jawed" userId="66ce1ddb-27c8-4da7-83ff-a193b16dacab" providerId="ADAL" clId="{CFFAB880-F25C-49F9-BFE1-38F00C32611C}" dt="2025-08-27T14:49:35.725" v="1278" actId="1076"/>
        <pc:sldMkLst>
          <pc:docMk/>
          <pc:sldMk cId="3609955404" sldId="489"/>
        </pc:sldMkLst>
        <pc:spChg chg="mod">
          <ac:chgData name="Syed Arsalan Jawed" userId="66ce1ddb-27c8-4da7-83ff-a193b16dacab" providerId="ADAL" clId="{CFFAB880-F25C-49F9-BFE1-38F00C32611C}" dt="2025-08-27T14:48:38.174" v="1275" actId="20577"/>
          <ac:spMkLst>
            <pc:docMk/>
            <pc:sldMk cId="3609955404" sldId="489"/>
            <ac:spMk id="2" creationId="{73C7A6A4-2B6A-4C9B-B029-F4BDC312CD1F}"/>
          </ac:spMkLst>
        </pc:spChg>
        <pc:spChg chg="del">
          <ac:chgData name="Syed Arsalan Jawed" userId="66ce1ddb-27c8-4da7-83ff-a193b16dacab" providerId="ADAL" clId="{CFFAB880-F25C-49F9-BFE1-38F00C32611C}" dt="2025-08-27T14:49:08.062" v="1276" actId="22"/>
          <ac:spMkLst>
            <pc:docMk/>
            <pc:sldMk cId="3609955404" sldId="489"/>
            <ac:spMk id="3" creationId="{E5E40728-F361-468A-8FD7-4A58ED42B981}"/>
          </ac:spMkLst>
        </pc:spChg>
        <pc:picChg chg="add mod ord">
          <ac:chgData name="Syed Arsalan Jawed" userId="66ce1ddb-27c8-4da7-83ff-a193b16dacab" providerId="ADAL" clId="{CFFAB880-F25C-49F9-BFE1-38F00C32611C}" dt="2025-08-27T14:49:35.725" v="1278" actId="1076"/>
          <ac:picMkLst>
            <pc:docMk/>
            <pc:sldMk cId="3609955404" sldId="489"/>
            <ac:picMk id="5" creationId="{DB8BAF5A-4F4A-44FA-8B47-7E0B10D13E41}"/>
          </ac:picMkLst>
        </pc:picChg>
      </pc:sldChg>
      <pc:sldChg chg="addSp modSp new mod">
        <pc:chgData name="Syed Arsalan Jawed" userId="66ce1ddb-27c8-4da7-83ff-a193b16dacab" providerId="ADAL" clId="{CFFAB880-F25C-49F9-BFE1-38F00C32611C}" dt="2025-08-27T14:49:49.031" v="1281"/>
        <pc:sldMkLst>
          <pc:docMk/>
          <pc:sldMk cId="2981473756" sldId="490"/>
        </pc:sldMkLst>
        <pc:spChg chg="mod">
          <ac:chgData name="Syed Arsalan Jawed" userId="66ce1ddb-27c8-4da7-83ff-a193b16dacab" providerId="ADAL" clId="{CFFAB880-F25C-49F9-BFE1-38F00C32611C}" dt="2025-08-27T14:49:49.031" v="1281"/>
          <ac:spMkLst>
            <pc:docMk/>
            <pc:sldMk cId="2981473756" sldId="490"/>
            <ac:spMk id="2" creationId="{2370D88A-31FF-4B11-95E2-791C52A7020A}"/>
          </ac:spMkLst>
        </pc:spChg>
        <pc:picChg chg="add">
          <ac:chgData name="Syed Arsalan Jawed" userId="66ce1ddb-27c8-4da7-83ff-a193b16dacab" providerId="ADAL" clId="{CFFAB880-F25C-49F9-BFE1-38F00C32611C}" dt="2025-08-27T14:49:38.933" v="1280" actId="22"/>
          <ac:picMkLst>
            <pc:docMk/>
            <pc:sldMk cId="2981473756" sldId="490"/>
            <ac:picMk id="5" creationId="{87FCA94B-9831-4E74-ABE9-5CFA11A9D669}"/>
          </ac:picMkLst>
        </pc:picChg>
      </pc:sldChg>
      <pc:sldChg chg="addSp modSp new mod">
        <pc:chgData name="Syed Arsalan Jawed" userId="66ce1ddb-27c8-4da7-83ff-a193b16dacab" providerId="ADAL" clId="{CFFAB880-F25C-49F9-BFE1-38F00C32611C}" dt="2025-08-27T14:51:44.802" v="1374" actId="1076"/>
        <pc:sldMkLst>
          <pc:docMk/>
          <pc:sldMk cId="297748418" sldId="491"/>
        </pc:sldMkLst>
        <pc:spChg chg="mod">
          <ac:chgData name="Syed Arsalan Jawed" userId="66ce1ddb-27c8-4da7-83ff-a193b16dacab" providerId="ADAL" clId="{CFFAB880-F25C-49F9-BFE1-38F00C32611C}" dt="2025-08-27T14:50:10.710" v="1293" actId="20577"/>
          <ac:spMkLst>
            <pc:docMk/>
            <pc:sldMk cId="297748418" sldId="491"/>
            <ac:spMk id="2" creationId="{10758710-89F7-4471-94E1-6C59ABD7672E}"/>
          </ac:spMkLst>
        </pc:spChg>
        <pc:spChg chg="mod">
          <ac:chgData name="Syed Arsalan Jawed" userId="66ce1ddb-27c8-4da7-83ff-a193b16dacab" providerId="ADAL" clId="{CFFAB880-F25C-49F9-BFE1-38F00C32611C}" dt="2025-08-27T14:50:38.087" v="1368" actId="20577"/>
          <ac:spMkLst>
            <pc:docMk/>
            <pc:sldMk cId="297748418" sldId="491"/>
            <ac:spMk id="3" creationId="{9633E439-D6A8-4AFF-8DDB-FADC931C095E}"/>
          </ac:spMkLst>
        </pc:spChg>
        <pc:picChg chg="add mod">
          <ac:chgData name="Syed Arsalan Jawed" userId="66ce1ddb-27c8-4da7-83ff-a193b16dacab" providerId="ADAL" clId="{CFFAB880-F25C-49F9-BFE1-38F00C32611C}" dt="2025-08-27T14:51:41.831" v="1372" actId="14100"/>
          <ac:picMkLst>
            <pc:docMk/>
            <pc:sldMk cId="297748418" sldId="491"/>
            <ac:picMk id="5" creationId="{84AFBA34-F6E2-4748-A0CC-565E6454BD6A}"/>
          </ac:picMkLst>
        </pc:picChg>
        <pc:picChg chg="add mod">
          <ac:chgData name="Syed Arsalan Jawed" userId="66ce1ddb-27c8-4da7-83ff-a193b16dacab" providerId="ADAL" clId="{CFFAB880-F25C-49F9-BFE1-38F00C32611C}" dt="2025-08-27T14:51:44.802" v="1374" actId="1076"/>
          <ac:picMkLst>
            <pc:docMk/>
            <pc:sldMk cId="297748418" sldId="491"/>
            <ac:picMk id="7" creationId="{A51E6E45-F21B-4181-BC7A-986CB3372AA4}"/>
          </ac:picMkLst>
        </pc:picChg>
      </pc:sldChg>
      <pc:sldChg chg="addSp modSp new mod">
        <pc:chgData name="Syed Arsalan Jawed" userId="66ce1ddb-27c8-4da7-83ff-a193b16dacab" providerId="ADAL" clId="{CFFAB880-F25C-49F9-BFE1-38F00C32611C}" dt="2025-08-27T14:57:10.486" v="1700" actId="20577"/>
        <pc:sldMkLst>
          <pc:docMk/>
          <pc:sldMk cId="305357900" sldId="492"/>
        </pc:sldMkLst>
        <pc:spChg chg="mod">
          <ac:chgData name="Syed Arsalan Jawed" userId="66ce1ddb-27c8-4da7-83ff-a193b16dacab" providerId="ADAL" clId="{CFFAB880-F25C-49F9-BFE1-38F00C32611C}" dt="2025-08-27T14:53:18.183" v="1402" actId="20577"/>
          <ac:spMkLst>
            <pc:docMk/>
            <pc:sldMk cId="305357900" sldId="492"/>
            <ac:spMk id="2" creationId="{30EC203B-0FD4-4225-B629-284C7A34BB71}"/>
          </ac:spMkLst>
        </pc:spChg>
        <pc:spChg chg="mod">
          <ac:chgData name="Syed Arsalan Jawed" userId="66ce1ddb-27c8-4da7-83ff-a193b16dacab" providerId="ADAL" clId="{CFFAB880-F25C-49F9-BFE1-38F00C32611C}" dt="2025-08-27T14:57:10.486" v="1700" actId="20577"/>
          <ac:spMkLst>
            <pc:docMk/>
            <pc:sldMk cId="305357900" sldId="492"/>
            <ac:spMk id="3" creationId="{48222002-988E-4C72-9899-D1EA872E63B0}"/>
          </ac:spMkLst>
        </pc:spChg>
        <pc:picChg chg="add mod">
          <ac:chgData name="Syed Arsalan Jawed" userId="66ce1ddb-27c8-4da7-83ff-a193b16dacab" providerId="ADAL" clId="{CFFAB880-F25C-49F9-BFE1-38F00C32611C}" dt="2025-08-27T14:54:52.620" v="1475" actId="14100"/>
          <ac:picMkLst>
            <pc:docMk/>
            <pc:sldMk cId="305357900" sldId="492"/>
            <ac:picMk id="1026" creationId="{885575DA-3C59-4C39-962B-1634E29B07AB}"/>
          </ac:picMkLst>
        </pc:picChg>
      </pc:sldChg>
      <pc:sldChg chg="addSp modSp new mod">
        <pc:chgData name="Syed Arsalan Jawed" userId="66ce1ddb-27c8-4da7-83ff-a193b16dacab" providerId="ADAL" clId="{CFFAB880-F25C-49F9-BFE1-38F00C32611C}" dt="2025-08-27T14:59:17.193" v="1734" actId="1076"/>
        <pc:sldMkLst>
          <pc:docMk/>
          <pc:sldMk cId="653819646" sldId="493"/>
        </pc:sldMkLst>
        <pc:spChg chg="mod">
          <ac:chgData name="Syed Arsalan Jawed" userId="66ce1ddb-27c8-4da7-83ff-a193b16dacab" providerId="ADAL" clId="{CFFAB880-F25C-49F9-BFE1-38F00C32611C}" dt="2025-08-27T14:58:08.531" v="1725" actId="20577"/>
          <ac:spMkLst>
            <pc:docMk/>
            <pc:sldMk cId="653819646" sldId="493"/>
            <ac:spMk id="2" creationId="{54D64B72-6EA6-49A0-91C0-836AFBD04194}"/>
          </ac:spMkLst>
        </pc:spChg>
        <pc:picChg chg="add mod">
          <ac:chgData name="Syed Arsalan Jawed" userId="66ce1ddb-27c8-4da7-83ff-a193b16dacab" providerId="ADAL" clId="{CFFAB880-F25C-49F9-BFE1-38F00C32611C}" dt="2025-08-27T14:58:18.095" v="1729" actId="1076"/>
          <ac:picMkLst>
            <pc:docMk/>
            <pc:sldMk cId="653819646" sldId="493"/>
            <ac:picMk id="5" creationId="{F80690E7-8A38-40CD-9BA0-2EA202FEADD7}"/>
          </ac:picMkLst>
        </pc:picChg>
        <pc:picChg chg="add mod">
          <ac:chgData name="Syed Arsalan Jawed" userId="66ce1ddb-27c8-4da7-83ff-a193b16dacab" providerId="ADAL" clId="{CFFAB880-F25C-49F9-BFE1-38F00C32611C}" dt="2025-08-27T14:58:34.041" v="1732" actId="14100"/>
          <ac:picMkLst>
            <pc:docMk/>
            <pc:sldMk cId="653819646" sldId="493"/>
            <ac:picMk id="7" creationId="{1C858E28-3A18-434A-BF5B-5C62D2C6A05D}"/>
          </ac:picMkLst>
        </pc:picChg>
        <pc:picChg chg="add mod">
          <ac:chgData name="Syed Arsalan Jawed" userId="66ce1ddb-27c8-4da7-83ff-a193b16dacab" providerId="ADAL" clId="{CFFAB880-F25C-49F9-BFE1-38F00C32611C}" dt="2025-08-27T14:59:17.193" v="1734" actId="1076"/>
          <ac:picMkLst>
            <pc:docMk/>
            <pc:sldMk cId="653819646" sldId="493"/>
            <ac:picMk id="9" creationId="{A305C648-041C-4BCA-BF0F-9E210284FD84}"/>
          </ac:picMkLst>
        </pc:picChg>
      </pc:sldChg>
      <pc:sldChg chg="modSp new mod">
        <pc:chgData name="Syed Arsalan Jawed" userId="66ce1ddb-27c8-4da7-83ff-a193b16dacab" providerId="ADAL" clId="{CFFAB880-F25C-49F9-BFE1-38F00C32611C}" dt="2025-08-27T15:14:40.611" v="1821" actId="20577"/>
        <pc:sldMkLst>
          <pc:docMk/>
          <pc:sldMk cId="3510226721" sldId="494"/>
        </pc:sldMkLst>
        <pc:spChg chg="mod">
          <ac:chgData name="Syed Arsalan Jawed" userId="66ce1ddb-27c8-4da7-83ff-a193b16dacab" providerId="ADAL" clId="{CFFAB880-F25C-49F9-BFE1-38F00C32611C}" dt="2025-08-27T15:14:14.033" v="1780" actId="20577"/>
          <ac:spMkLst>
            <pc:docMk/>
            <pc:sldMk cId="3510226721" sldId="494"/>
            <ac:spMk id="2" creationId="{B6C81FCF-7B44-4768-B669-D66FE47C0305}"/>
          </ac:spMkLst>
        </pc:spChg>
        <pc:spChg chg="mod">
          <ac:chgData name="Syed Arsalan Jawed" userId="66ce1ddb-27c8-4da7-83ff-a193b16dacab" providerId="ADAL" clId="{CFFAB880-F25C-49F9-BFE1-38F00C32611C}" dt="2025-08-27T15:14:40.611" v="1821" actId="20577"/>
          <ac:spMkLst>
            <pc:docMk/>
            <pc:sldMk cId="3510226721" sldId="494"/>
            <ac:spMk id="3" creationId="{864E834D-07B2-445B-BA8C-E9C944838741}"/>
          </ac:spMkLst>
        </pc:spChg>
      </pc:sldChg>
      <pc:sldChg chg="addSp delSp modSp new mod">
        <pc:chgData name="Syed Arsalan Jawed" userId="66ce1ddb-27c8-4da7-83ff-a193b16dacab" providerId="ADAL" clId="{CFFAB880-F25C-49F9-BFE1-38F00C32611C}" dt="2025-08-27T15:18:18.933" v="1888" actId="20577"/>
        <pc:sldMkLst>
          <pc:docMk/>
          <pc:sldMk cId="3875115685" sldId="495"/>
        </pc:sldMkLst>
        <pc:spChg chg="mod">
          <ac:chgData name="Syed Arsalan Jawed" userId="66ce1ddb-27c8-4da7-83ff-a193b16dacab" providerId="ADAL" clId="{CFFAB880-F25C-49F9-BFE1-38F00C32611C}" dt="2025-08-27T15:15:41.950" v="1845" actId="20577"/>
          <ac:spMkLst>
            <pc:docMk/>
            <pc:sldMk cId="3875115685" sldId="495"/>
            <ac:spMk id="2" creationId="{4C2204CC-D33E-43E8-A557-22A7799A68B6}"/>
          </ac:spMkLst>
        </pc:spChg>
        <pc:spChg chg="del">
          <ac:chgData name="Syed Arsalan Jawed" userId="66ce1ddb-27c8-4da7-83ff-a193b16dacab" providerId="ADAL" clId="{CFFAB880-F25C-49F9-BFE1-38F00C32611C}" dt="2025-08-27T15:16:05.708" v="1846" actId="22"/>
          <ac:spMkLst>
            <pc:docMk/>
            <pc:sldMk cId="3875115685" sldId="495"/>
            <ac:spMk id="3" creationId="{504C9F33-02E0-414C-9E41-81F3350CF3EA}"/>
          </ac:spMkLst>
        </pc:spChg>
        <pc:spChg chg="add mod">
          <ac:chgData name="Syed Arsalan Jawed" userId="66ce1ddb-27c8-4da7-83ff-a193b16dacab" providerId="ADAL" clId="{CFFAB880-F25C-49F9-BFE1-38F00C32611C}" dt="2025-08-27T15:18:18.933" v="1888" actId="20577"/>
          <ac:spMkLst>
            <pc:docMk/>
            <pc:sldMk cId="3875115685" sldId="495"/>
            <ac:spMk id="8" creationId="{EC021D9C-62B0-4923-994C-A7028B67B676}"/>
          </ac:spMkLst>
        </pc:spChg>
        <pc:picChg chg="add mod ord">
          <ac:chgData name="Syed Arsalan Jawed" userId="66ce1ddb-27c8-4da7-83ff-a193b16dacab" providerId="ADAL" clId="{CFFAB880-F25C-49F9-BFE1-38F00C32611C}" dt="2025-08-27T15:16:13.233" v="1849" actId="1076"/>
          <ac:picMkLst>
            <pc:docMk/>
            <pc:sldMk cId="3875115685" sldId="495"/>
            <ac:picMk id="5" creationId="{9A92FCF9-104D-4CAD-9141-FFE0355D042C}"/>
          </ac:picMkLst>
        </pc:picChg>
        <pc:picChg chg="add mod">
          <ac:chgData name="Syed Arsalan Jawed" userId="66ce1ddb-27c8-4da7-83ff-a193b16dacab" providerId="ADAL" clId="{CFFAB880-F25C-49F9-BFE1-38F00C32611C}" dt="2025-08-27T15:17:51.888" v="1854" actId="1076"/>
          <ac:picMkLst>
            <pc:docMk/>
            <pc:sldMk cId="3875115685" sldId="495"/>
            <ac:picMk id="7" creationId="{78FD38CA-D7DB-4070-9A15-7EFA72698F82}"/>
          </ac:picMkLst>
        </pc:picChg>
      </pc:sldChg>
      <pc:sldChg chg="addSp modSp new mod">
        <pc:chgData name="Syed Arsalan Jawed" userId="66ce1ddb-27c8-4da7-83ff-a193b16dacab" providerId="ADAL" clId="{CFFAB880-F25C-49F9-BFE1-38F00C32611C}" dt="2025-08-27T15:32:55.486" v="1926" actId="1076"/>
        <pc:sldMkLst>
          <pc:docMk/>
          <pc:sldMk cId="123504248" sldId="496"/>
        </pc:sldMkLst>
        <pc:spChg chg="mod">
          <ac:chgData name="Syed Arsalan Jawed" userId="66ce1ddb-27c8-4da7-83ff-a193b16dacab" providerId="ADAL" clId="{CFFAB880-F25C-49F9-BFE1-38F00C32611C}" dt="2025-08-27T15:32:31.001" v="1924" actId="20577"/>
          <ac:spMkLst>
            <pc:docMk/>
            <pc:sldMk cId="123504248" sldId="496"/>
            <ac:spMk id="2" creationId="{90BE67EB-F03D-4DE1-B68D-A1ECED1D646C}"/>
          </ac:spMkLst>
        </pc:spChg>
        <pc:picChg chg="add mod">
          <ac:chgData name="Syed Arsalan Jawed" userId="66ce1ddb-27c8-4da7-83ff-a193b16dacab" providerId="ADAL" clId="{CFFAB880-F25C-49F9-BFE1-38F00C32611C}" dt="2025-08-27T15:32:55.486" v="1926" actId="1076"/>
          <ac:picMkLst>
            <pc:docMk/>
            <pc:sldMk cId="123504248" sldId="496"/>
            <ac:picMk id="5" creationId="{B4E6CAB8-7BBE-4A84-8D4C-4D5F79E674E3}"/>
          </ac:picMkLst>
        </pc:picChg>
      </pc:sldChg>
      <pc:sldChg chg="addSp modSp new mod">
        <pc:chgData name="Syed Arsalan Jawed" userId="66ce1ddb-27c8-4da7-83ff-a193b16dacab" providerId="ADAL" clId="{CFFAB880-F25C-49F9-BFE1-38F00C32611C}" dt="2025-08-27T15:33:53.626" v="1943" actId="1076"/>
        <pc:sldMkLst>
          <pc:docMk/>
          <pc:sldMk cId="498994860" sldId="497"/>
        </pc:sldMkLst>
        <pc:spChg chg="mod">
          <ac:chgData name="Syed Arsalan Jawed" userId="66ce1ddb-27c8-4da7-83ff-a193b16dacab" providerId="ADAL" clId="{CFFAB880-F25C-49F9-BFE1-38F00C32611C}" dt="2025-08-27T15:33:40.782" v="1940" actId="20577"/>
          <ac:spMkLst>
            <pc:docMk/>
            <pc:sldMk cId="498994860" sldId="497"/>
            <ac:spMk id="2" creationId="{6F8E0913-E143-4A9C-B9A1-E1EF6267450E}"/>
          </ac:spMkLst>
        </pc:spChg>
        <pc:picChg chg="add">
          <ac:chgData name="Syed Arsalan Jawed" userId="66ce1ddb-27c8-4da7-83ff-a193b16dacab" providerId="ADAL" clId="{CFFAB880-F25C-49F9-BFE1-38F00C32611C}" dt="2025-08-27T15:33:42.728" v="1941" actId="22"/>
          <ac:picMkLst>
            <pc:docMk/>
            <pc:sldMk cId="498994860" sldId="497"/>
            <ac:picMk id="5" creationId="{184B5189-46E9-4FA4-B0CD-BF3A34535B9D}"/>
          </ac:picMkLst>
        </pc:picChg>
        <pc:picChg chg="add mod">
          <ac:chgData name="Syed Arsalan Jawed" userId="66ce1ddb-27c8-4da7-83ff-a193b16dacab" providerId="ADAL" clId="{CFFAB880-F25C-49F9-BFE1-38F00C32611C}" dt="2025-08-27T15:33:53.626" v="1943" actId="1076"/>
          <ac:picMkLst>
            <pc:docMk/>
            <pc:sldMk cId="498994860" sldId="497"/>
            <ac:picMk id="7" creationId="{B2ADCD35-9B83-446E-9268-D98ED67F06C2}"/>
          </ac:picMkLst>
        </pc:picChg>
      </pc:sldChg>
      <pc:sldChg chg="addSp modSp new mod">
        <pc:chgData name="Syed Arsalan Jawed" userId="66ce1ddb-27c8-4da7-83ff-a193b16dacab" providerId="ADAL" clId="{CFFAB880-F25C-49F9-BFE1-38F00C32611C}" dt="2025-08-27T15:34:58.743" v="1969" actId="1076"/>
        <pc:sldMkLst>
          <pc:docMk/>
          <pc:sldMk cId="3556732212" sldId="498"/>
        </pc:sldMkLst>
        <pc:spChg chg="mod">
          <ac:chgData name="Syed Arsalan Jawed" userId="66ce1ddb-27c8-4da7-83ff-a193b16dacab" providerId="ADAL" clId="{CFFAB880-F25C-49F9-BFE1-38F00C32611C}" dt="2025-08-27T15:34:16.111" v="1964" actId="20577"/>
          <ac:spMkLst>
            <pc:docMk/>
            <pc:sldMk cId="3556732212" sldId="498"/>
            <ac:spMk id="2" creationId="{6BB467A0-70A2-49B7-8769-522B0A285F8D}"/>
          </ac:spMkLst>
        </pc:spChg>
        <pc:picChg chg="add mod">
          <ac:chgData name="Syed Arsalan Jawed" userId="66ce1ddb-27c8-4da7-83ff-a193b16dacab" providerId="ADAL" clId="{CFFAB880-F25C-49F9-BFE1-38F00C32611C}" dt="2025-08-27T15:34:31.958" v="1966" actId="1076"/>
          <ac:picMkLst>
            <pc:docMk/>
            <pc:sldMk cId="3556732212" sldId="498"/>
            <ac:picMk id="5" creationId="{34028C4D-4B86-49A9-88A2-93342E9CAE87}"/>
          </ac:picMkLst>
        </pc:picChg>
        <pc:picChg chg="add mod">
          <ac:chgData name="Syed Arsalan Jawed" userId="66ce1ddb-27c8-4da7-83ff-a193b16dacab" providerId="ADAL" clId="{CFFAB880-F25C-49F9-BFE1-38F00C32611C}" dt="2025-08-27T15:34:58.743" v="1969" actId="1076"/>
          <ac:picMkLst>
            <pc:docMk/>
            <pc:sldMk cId="3556732212" sldId="498"/>
            <ac:picMk id="7" creationId="{4697C2D8-8AB4-4DDA-B5E2-35D93A35AC15}"/>
          </ac:picMkLst>
        </pc:picChg>
      </pc:sldChg>
      <pc:sldChg chg="addSp delSp modSp new mod">
        <pc:chgData name="Syed Arsalan Jawed" userId="66ce1ddb-27c8-4da7-83ff-a193b16dacab" providerId="ADAL" clId="{CFFAB880-F25C-49F9-BFE1-38F00C32611C}" dt="2025-08-27T15:40:08.650" v="2056" actId="1076"/>
        <pc:sldMkLst>
          <pc:docMk/>
          <pc:sldMk cId="1755943599" sldId="499"/>
        </pc:sldMkLst>
        <pc:spChg chg="mod">
          <ac:chgData name="Syed Arsalan Jawed" userId="66ce1ddb-27c8-4da7-83ff-a193b16dacab" providerId="ADAL" clId="{CFFAB880-F25C-49F9-BFE1-38F00C32611C}" dt="2025-08-27T15:35:18.997" v="1991" actId="20577"/>
          <ac:spMkLst>
            <pc:docMk/>
            <pc:sldMk cId="1755943599" sldId="499"/>
            <ac:spMk id="2" creationId="{EFD0C138-62DD-4840-B758-C64121D6F5A6}"/>
          </ac:spMkLst>
        </pc:spChg>
        <pc:spChg chg="del">
          <ac:chgData name="Syed Arsalan Jawed" userId="66ce1ddb-27c8-4da7-83ff-a193b16dacab" providerId="ADAL" clId="{CFFAB880-F25C-49F9-BFE1-38F00C32611C}" dt="2025-08-27T15:38:26.735" v="2000" actId="22"/>
          <ac:spMkLst>
            <pc:docMk/>
            <pc:sldMk cId="1755943599" sldId="499"/>
            <ac:spMk id="3" creationId="{90376941-D0C5-4CDF-90C3-49E451328EC3}"/>
          </ac:spMkLst>
        </pc:spChg>
        <pc:spChg chg="add mod">
          <ac:chgData name="Syed Arsalan Jawed" userId="66ce1ddb-27c8-4da7-83ff-a193b16dacab" providerId="ADAL" clId="{CFFAB880-F25C-49F9-BFE1-38F00C32611C}" dt="2025-08-27T15:40:08.650" v="2056" actId="1076"/>
          <ac:spMkLst>
            <pc:docMk/>
            <pc:sldMk cId="1755943599" sldId="499"/>
            <ac:spMk id="18" creationId="{7F409CB1-F714-4E01-B6B9-963B3F6883DF}"/>
          </ac:spMkLst>
        </pc:spChg>
        <pc:picChg chg="add mod">
          <ac:chgData name="Syed Arsalan Jawed" userId="66ce1ddb-27c8-4da7-83ff-a193b16dacab" providerId="ADAL" clId="{CFFAB880-F25C-49F9-BFE1-38F00C32611C}" dt="2025-08-27T15:35:57.334" v="1993" actId="1076"/>
          <ac:picMkLst>
            <pc:docMk/>
            <pc:sldMk cId="1755943599" sldId="499"/>
            <ac:picMk id="5" creationId="{7D86B0EF-3BB4-4821-A9C5-844B74B09814}"/>
          </ac:picMkLst>
        </pc:picChg>
        <pc:picChg chg="add mod">
          <ac:chgData name="Syed Arsalan Jawed" userId="66ce1ddb-27c8-4da7-83ff-a193b16dacab" providerId="ADAL" clId="{CFFAB880-F25C-49F9-BFE1-38F00C32611C}" dt="2025-08-27T15:36:13.372" v="1995" actId="1076"/>
          <ac:picMkLst>
            <pc:docMk/>
            <pc:sldMk cId="1755943599" sldId="499"/>
            <ac:picMk id="7" creationId="{ADCE4131-E422-483C-999C-9A4C800CB07F}"/>
          </ac:picMkLst>
        </pc:picChg>
        <pc:picChg chg="add mod">
          <ac:chgData name="Syed Arsalan Jawed" userId="66ce1ddb-27c8-4da7-83ff-a193b16dacab" providerId="ADAL" clId="{CFFAB880-F25C-49F9-BFE1-38F00C32611C}" dt="2025-08-27T15:36:58.178" v="1999" actId="1076"/>
          <ac:picMkLst>
            <pc:docMk/>
            <pc:sldMk cId="1755943599" sldId="499"/>
            <ac:picMk id="9" creationId="{91884EAF-54BC-4047-857F-8FD9E93133FC}"/>
          </ac:picMkLst>
        </pc:picChg>
        <pc:picChg chg="add mod ord">
          <ac:chgData name="Syed Arsalan Jawed" userId="66ce1ddb-27c8-4da7-83ff-a193b16dacab" providerId="ADAL" clId="{CFFAB880-F25C-49F9-BFE1-38F00C32611C}" dt="2025-08-27T15:38:28.920" v="2001" actId="1076"/>
          <ac:picMkLst>
            <pc:docMk/>
            <pc:sldMk cId="1755943599" sldId="499"/>
            <ac:picMk id="11" creationId="{433F37E2-9A5E-46FB-8AD4-C22CEAD8CFC0}"/>
          </ac:picMkLst>
        </pc:picChg>
        <pc:picChg chg="add mod">
          <ac:chgData name="Syed Arsalan Jawed" userId="66ce1ddb-27c8-4da7-83ff-a193b16dacab" providerId="ADAL" clId="{CFFAB880-F25C-49F9-BFE1-38F00C32611C}" dt="2025-08-27T15:38:59.355" v="2004" actId="1076"/>
          <ac:picMkLst>
            <pc:docMk/>
            <pc:sldMk cId="1755943599" sldId="499"/>
            <ac:picMk id="13" creationId="{A6E16EEC-1610-4278-A59A-8E36849CA0D7}"/>
          </ac:picMkLst>
        </pc:picChg>
        <pc:picChg chg="add mod">
          <ac:chgData name="Syed Arsalan Jawed" userId="66ce1ddb-27c8-4da7-83ff-a193b16dacab" providerId="ADAL" clId="{CFFAB880-F25C-49F9-BFE1-38F00C32611C}" dt="2025-08-27T15:39:02.779" v="2006" actId="1076"/>
          <ac:picMkLst>
            <pc:docMk/>
            <pc:sldMk cId="1755943599" sldId="499"/>
            <ac:picMk id="15" creationId="{13F24DFF-C59F-435D-BEEC-2894854070DD}"/>
          </ac:picMkLst>
        </pc:picChg>
        <pc:picChg chg="add mod">
          <ac:chgData name="Syed Arsalan Jawed" userId="66ce1ddb-27c8-4da7-83ff-a193b16dacab" providerId="ADAL" clId="{CFFAB880-F25C-49F9-BFE1-38F00C32611C}" dt="2025-08-27T15:39:41.324" v="2040" actId="1076"/>
          <ac:picMkLst>
            <pc:docMk/>
            <pc:sldMk cId="1755943599" sldId="499"/>
            <ac:picMk id="17" creationId="{83F2D363-51D6-4F64-89B9-21653331FECC}"/>
          </ac:picMkLst>
        </pc:picChg>
      </pc:sldChg>
      <pc:sldChg chg="addSp delSp modSp new mod">
        <pc:chgData name="Syed Arsalan Jawed" userId="66ce1ddb-27c8-4da7-83ff-a193b16dacab" providerId="ADAL" clId="{CFFAB880-F25C-49F9-BFE1-38F00C32611C}" dt="2025-08-27T15:41:39.113" v="2066" actId="1076"/>
        <pc:sldMkLst>
          <pc:docMk/>
          <pc:sldMk cId="2954365983" sldId="500"/>
        </pc:sldMkLst>
        <pc:spChg chg="mod">
          <ac:chgData name="Syed Arsalan Jawed" userId="66ce1ddb-27c8-4da7-83ff-a193b16dacab" providerId="ADAL" clId="{CFFAB880-F25C-49F9-BFE1-38F00C32611C}" dt="2025-08-27T15:39:15.957" v="2036" actId="20577"/>
          <ac:spMkLst>
            <pc:docMk/>
            <pc:sldMk cId="2954365983" sldId="500"/>
            <ac:spMk id="2" creationId="{D12369C0-FE94-4798-A7D4-FFF3B6B3C33B}"/>
          </ac:spMkLst>
        </pc:spChg>
        <pc:spChg chg="del">
          <ac:chgData name="Syed Arsalan Jawed" userId="66ce1ddb-27c8-4da7-83ff-a193b16dacab" providerId="ADAL" clId="{CFFAB880-F25C-49F9-BFE1-38F00C32611C}" dt="2025-08-27T15:41:30.383" v="2060" actId="22"/>
          <ac:spMkLst>
            <pc:docMk/>
            <pc:sldMk cId="2954365983" sldId="500"/>
            <ac:spMk id="3" creationId="{733CFF5E-9CBD-4D13-BC57-8C0DDFACDBA4}"/>
          </ac:spMkLst>
        </pc:spChg>
        <pc:picChg chg="add mod">
          <ac:chgData name="Syed Arsalan Jawed" userId="66ce1ddb-27c8-4da7-83ff-a193b16dacab" providerId="ADAL" clId="{CFFAB880-F25C-49F9-BFE1-38F00C32611C}" dt="2025-08-27T15:41:32.644" v="2062" actId="1076"/>
          <ac:picMkLst>
            <pc:docMk/>
            <pc:sldMk cId="2954365983" sldId="500"/>
            <ac:picMk id="5" creationId="{00CF178F-E44A-4C4E-9B8C-1372C65DFA1B}"/>
          </ac:picMkLst>
        </pc:picChg>
        <pc:picChg chg="add mod ord">
          <ac:chgData name="Syed Arsalan Jawed" userId="66ce1ddb-27c8-4da7-83ff-a193b16dacab" providerId="ADAL" clId="{CFFAB880-F25C-49F9-BFE1-38F00C32611C}" dt="2025-08-27T15:41:30.383" v="2060" actId="22"/>
          <ac:picMkLst>
            <pc:docMk/>
            <pc:sldMk cId="2954365983" sldId="500"/>
            <ac:picMk id="7" creationId="{004CCF73-96C3-4B69-8B3E-3196644CF229}"/>
          </ac:picMkLst>
        </pc:picChg>
        <pc:picChg chg="add mod">
          <ac:chgData name="Syed Arsalan Jawed" userId="66ce1ddb-27c8-4da7-83ff-a193b16dacab" providerId="ADAL" clId="{CFFAB880-F25C-49F9-BFE1-38F00C32611C}" dt="2025-08-27T15:41:39.113" v="2066" actId="1076"/>
          <ac:picMkLst>
            <pc:docMk/>
            <pc:sldMk cId="2954365983" sldId="500"/>
            <ac:picMk id="9" creationId="{6B23FF2D-A8E1-4DA7-8BD0-6E16BE2F3C8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46BCC-70D7-162C-290C-39A4487FC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03F13-7D60-7AEE-BDFA-E84D0B807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B6693-AAF0-9E8C-E98E-EE27394A1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08/31/2025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F1C0D-24EC-F749-442D-7E1B0F262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07026-1708-D1B8-B63E-EA5F531F9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21244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3F9D5-95E9-CC56-8C89-F8B206041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93058"/>
          </a:xfrm>
          <a:solidFill>
            <a:srgbClr val="482066"/>
          </a:solidFill>
          <a:effectLst>
            <a:softEdge rad="63500"/>
          </a:effectLst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31DD2-4B3A-714C-33BC-07FC32D51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039"/>
            <a:ext cx="10515600" cy="500692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68843-DA5F-B24B-EA77-96062E05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08/31/2025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0F54F-6DD0-9869-DAA0-0202D2EC6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88F4A-4E87-62F8-D8FE-584712E9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15102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10BEB-BAA9-4DC0-0D9C-39D1563AB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C5818-EC5D-3793-6EA0-24169A07A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B7620-46F7-8EBB-CD02-5F4E741D3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08/31/2025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3B129-0381-8E1A-08BE-DB8E7ED3F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9A709-17E3-7C70-278D-A9DC0910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27437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EF8AA-233F-F2A7-7E8D-0BEA5DA63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478BA-D556-6E16-0C81-97C444A6A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EBCEB-BBA3-AFA0-3FD2-51BCBC936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715B1-2913-B8D2-2DF7-E5906B549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08/31/2025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C7766-489B-1E19-A08F-21DB6ECE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0522C-EB24-F9F0-1FBE-9FA218C36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50230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2B183-D083-FF71-4399-32A6B7FFD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23CD7-8AE5-B9C2-304C-BE4E3459F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C0887-24D9-3176-E5B0-648F7BAFF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2A4E6E-1F45-DE66-C15E-8BDC9189A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64CF64-4618-41D7-CA52-B1FB14A890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DB9B2-C4B0-B1EB-4EED-4AF2E8231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08/31/2025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5A31CC-BB6D-712D-C214-26F2C20DB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6E060F-B423-CF75-443C-5EEB92E7F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03047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D22B-FBA9-FD03-5DE1-DC2C87BA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D775B-DC1D-9B27-E412-C9FFAB554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08/31/2025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C171C-FDA7-CBA2-282E-B38DBC40A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DAD5EC-B908-D322-0476-7C7BD9D45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51269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0A6CF-9FC5-B648-A9AA-4105D58D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08/31/2025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7B65D-69B3-5BB0-1D4C-BD275160E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829AE-01EE-3FAA-83AE-5990E751F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9029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A70CF-E911-0886-2131-59F0AC50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013D6-D9F1-77DA-2B55-26362235F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BA533-E495-2364-6C75-721F63E59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EE80D-EC33-8E17-96E8-78D8DA44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08/31/2025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75FD0-5029-0C6E-A3C2-D990E2DDE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6D881-6A79-900C-A82C-9982878C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8281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999E9-468B-34C9-F6F3-CD922601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83AA2D-1146-2290-AD3D-2ED99B381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96927-1FBF-1156-8987-244C46E6D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D736D-5B62-3A42-2B93-710CD6EEC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08/31/2025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25801-C3AE-4FCB-12FF-9303353D1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B92DD-594B-65EA-6EB2-C2C2CA9C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43155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EDEE-8006-E009-42D1-6144C1C89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7E436-A277-04C4-E872-BADEB4714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92443-FB86-9D2B-F6D7-51D9B7A86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08/31/2025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8989B-F8ED-7AA4-FC08-F2334931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55872-5F59-6B8E-1949-99F74569E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6310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B60B10-A51D-A0EF-4851-767662986C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7BE24-B602-3BCA-55CB-620A9EB6D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9CB2B-C632-71E5-D1B2-7D2EE3E92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08/31/2025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0D656-B437-7D30-9792-3BA9F24C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6033E-00E7-C80F-B485-5AF2ED58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48877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9B7E3-9E91-D879-E5E6-E50915EDE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08408-93C6-7731-85DF-0E9B61EC8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05C95-39A7-3784-33B7-DCF4C0966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453C6-B516-4F2C-8DBD-EC5B628123EB}" type="datetimeFigureOut">
              <a:rPr lang="en-PK" smtClean="0"/>
              <a:t>08/31/2025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DC255-BD1C-4C4C-A85E-6964CA30C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C5D25-A4FA-38E1-5115-D7AE04D83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090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5F514-9A78-EF55-227F-5144BDBF5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1003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rial Black" panose="020B0A04020102020204" pitchFamily="34" charset="0"/>
              </a:rPr>
              <a:t>Linear Integrated Circuits</a:t>
            </a:r>
            <a:br>
              <a:rPr lang="en-US" sz="4400" dirty="0">
                <a:latin typeface="Arial Black" panose="020B0A04020102020204" pitchFamily="34" charset="0"/>
              </a:rPr>
            </a:br>
            <a:r>
              <a:rPr lang="en-US" sz="4400" dirty="0">
                <a:latin typeface="Arial Black" panose="020B0A04020102020204" pitchFamily="34" charset="0"/>
              </a:rPr>
              <a:t>EE-411 L1</a:t>
            </a:r>
            <a:endParaRPr lang="en-PK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67814-C489-047E-0FD5-0A8A21AE7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875280"/>
            <a:ext cx="12192000" cy="1701800"/>
          </a:xfrm>
          <a:solidFill>
            <a:srgbClr val="482066"/>
          </a:solidFill>
          <a:ln>
            <a:solidFill>
              <a:schemeClr val="tx1"/>
            </a:solidFill>
          </a:ln>
          <a:effectLst>
            <a:softEdge rad="127000"/>
          </a:effectLst>
        </p:spPr>
        <p:txBody>
          <a:bodyPr>
            <a:normAutofit fontScale="92500" lnSpcReduction="10000"/>
          </a:bodyPr>
          <a:lstStyle/>
          <a:p>
            <a:endParaRPr lang="en-US" sz="1900" b="1" i="1" dirty="0">
              <a:solidFill>
                <a:srgbClr val="FFCC99"/>
              </a:solidFill>
            </a:endParaRPr>
          </a:p>
          <a:p>
            <a:r>
              <a:rPr lang="en-US" sz="2800" b="1" i="1" dirty="0">
                <a:solidFill>
                  <a:srgbClr val="FFCC99"/>
                </a:solidFill>
              </a:rPr>
              <a:t>Dr. Syed Arsalan Jawed</a:t>
            </a:r>
          </a:p>
          <a:p>
            <a:r>
              <a:rPr lang="en-US" sz="2800" b="1" i="1" dirty="0">
                <a:solidFill>
                  <a:srgbClr val="FFCC99"/>
                </a:solidFill>
              </a:rPr>
              <a:t>Associate Professor of Practice</a:t>
            </a:r>
          </a:p>
          <a:p>
            <a:r>
              <a:rPr lang="en-US" sz="2800" b="1" i="1" dirty="0">
                <a:solidFill>
                  <a:srgbClr val="FFCC99"/>
                </a:solidFill>
              </a:rPr>
              <a:t>Office Hours : W-301, Tuesday/Thursday : 1600-1700</a:t>
            </a:r>
          </a:p>
          <a:p>
            <a:endParaRPr lang="en-PK" sz="5400" b="1" i="1" dirty="0">
              <a:solidFill>
                <a:srgbClr val="FFCC99"/>
              </a:solidFill>
            </a:endParaRPr>
          </a:p>
        </p:txBody>
      </p:sp>
      <p:pic>
        <p:nvPicPr>
          <p:cNvPr id="4" name="Picture 3" descr="Habib University | Karachi">
            <a:extLst>
              <a:ext uri="{FF2B5EF4-FFF2-40B4-BE49-F238E27FC236}">
                <a16:creationId xmlns:a16="http://schemas.microsoft.com/office/drawing/2014/main" id="{AF00590E-2E67-F4EA-EE20-F5854B6E4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25" y="0"/>
            <a:ext cx="1648874" cy="174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8C8C2F-4984-CA8B-B921-6A82ABA91B13}"/>
              </a:ext>
            </a:extLst>
          </p:cNvPr>
          <p:cNvSpPr txBox="1"/>
          <p:nvPr/>
        </p:nvSpPr>
        <p:spPr>
          <a:xfrm>
            <a:off x="0" y="5849649"/>
            <a:ext cx="12192000" cy="954107"/>
          </a:xfrm>
          <a:prstGeom prst="rect">
            <a:avLst/>
          </a:prstGeom>
          <a:solidFill>
            <a:srgbClr val="482066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FFCC99"/>
                </a:solidFill>
              </a:rPr>
              <a:t>!</a:t>
            </a:r>
            <a:r>
              <a:rPr lang="en-PK" sz="3600" dirty="0" err="1">
                <a:solidFill>
                  <a:srgbClr val="FFCC99"/>
                </a:solidFill>
              </a:rPr>
              <a:t>پھربرق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فروزاں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ہےسر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وادی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سینا</a:t>
            </a:r>
            <a:r>
              <a:rPr lang="en-PK" sz="3600" dirty="0">
                <a:solidFill>
                  <a:srgbClr val="FFCC99"/>
                </a:solidFill>
              </a:rPr>
              <a:t> ، </a:t>
            </a:r>
            <a:r>
              <a:rPr lang="en-PK" sz="3600" dirty="0" err="1">
                <a:solidFill>
                  <a:srgbClr val="FFCC99"/>
                </a:solidFill>
              </a:rPr>
              <a:t>اۓدیدہ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بینا</a:t>
            </a:r>
            <a:endParaRPr lang="en-US" sz="3600" dirty="0">
              <a:solidFill>
                <a:srgbClr val="FFCC99"/>
              </a:solidFill>
            </a:endParaRPr>
          </a:p>
          <a:p>
            <a:pPr algn="ctr"/>
            <a:r>
              <a:rPr lang="en-US" sz="2000" b="1" i="1" dirty="0">
                <a:solidFill>
                  <a:srgbClr val="FFCC99"/>
                </a:solidFill>
              </a:rPr>
              <a:t>The flame of illumination set ablaze…. O’ the beholder of sight!</a:t>
            </a:r>
            <a:endParaRPr lang="en-PK" sz="2000" b="1" i="1" dirty="0">
              <a:solidFill>
                <a:srgbClr val="FFCC99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FEAD32F-8523-D526-836F-32B9BFD9DD94}"/>
              </a:ext>
            </a:extLst>
          </p:cNvPr>
          <p:cNvSpPr txBox="1">
            <a:spLocks/>
          </p:cNvSpPr>
          <p:nvPr/>
        </p:nvSpPr>
        <p:spPr>
          <a:xfrm>
            <a:off x="1524000" y="4808246"/>
            <a:ext cx="9144000" cy="82788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/>
              <a:t>September 02-04, </a:t>
            </a:r>
            <a:r>
              <a:rPr lang="en-US" b="1" i="1" dirty="0"/>
              <a:t>2025</a:t>
            </a:r>
          </a:p>
          <a:p>
            <a:r>
              <a:rPr lang="en-US" b="1" i="1" dirty="0"/>
              <a:t>H-505</a:t>
            </a:r>
            <a:endParaRPr lang="en-PK" b="1" i="1" dirty="0"/>
          </a:p>
        </p:txBody>
      </p:sp>
    </p:spTree>
    <p:extLst>
      <p:ext uri="{BB962C8B-B14F-4D97-AF65-F5344CB8AC3E}">
        <p14:creationId xmlns:p14="http://schemas.microsoft.com/office/powerpoint/2010/main" val="3539400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C203B-0FD4-4225-B629-284C7A34B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Opamp</a:t>
            </a:r>
            <a:r>
              <a:rPr lang="en-US" dirty="0"/>
              <a:t> Based Simple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22002-988E-4C72-9899-D1EA872E6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131" y="1170039"/>
            <a:ext cx="11151669" cy="5006924"/>
          </a:xfrm>
        </p:spPr>
        <p:txBody>
          <a:bodyPr/>
          <a:lstStyle/>
          <a:p>
            <a:r>
              <a:rPr lang="en-US" dirty="0"/>
              <a:t>The most famous </a:t>
            </a:r>
            <a:r>
              <a:rPr lang="en-US" dirty="0" err="1"/>
              <a:t>Opamp</a:t>
            </a:r>
            <a:r>
              <a:rPr lang="en-US" dirty="0"/>
              <a:t> – LM741</a:t>
            </a:r>
          </a:p>
          <a:p>
            <a:pPr lvl="1"/>
            <a:r>
              <a:rPr lang="en-US" dirty="0"/>
              <a:t>Very different from Ideal </a:t>
            </a:r>
            <a:r>
              <a:rPr lang="en-US" dirty="0" err="1"/>
              <a:t>Opamp</a:t>
            </a:r>
            <a:endParaRPr lang="en-US" dirty="0"/>
          </a:p>
          <a:p>
            <a:pPr lvl="2"/>
            <a:r>
              <a:rPr lang="en-US" dirty="0"/>
              <a:t>Gain changes with frequency</a:t>
            </a:r>
          </a:p>
          <a:p>
            <a:pPr lvl="2"/>
            <a:r>
              <a:rPr lang="en-US" dirty="0"/>
              <a:t>Input offset currents of </a:t>
            </a:r>
            <a:r>
              <a:rPr lang="en-US" dirty="0" err="1"/>
              <a:t>nanoAmps</a:t>
            </a:r>
            <a:endParaRPr lang="en-US" dirty="0"/>
          </a:p>
          <a:p>
            <a:pPr lvl="2"/>
            <a:r>
              <a:rPr lang="en-US" dirty="0"/>
              <a:t>Output current limit of 20mA</a:t>
            </a:r>
          </a:p>
          <a:p>
            <a:pPr lvl="2"/>
            <a:r>
              <a:rPr lang="en-US" dirty="0"/>
              <a:t>Supply limit of +-15V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How to practically use </a:t>
            </a:r>
            <a:r>
              <a:rPr lang="en-US" dirty="0" err="1"/>
              <a:t>Opamp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Negative Feedback.</a:t>
            </a:r>
          </a:p>
          <a:p>
            <a:pPr lvl="1"/>
            <a:r>
              <a:rPr lang="en-US" dirty="0"/>
              <a:t>Gain Desensitization</a:t>
            </a:r>
          </a:p>
          <a:p>
            <a:endParaRPr lang="en-US" dirty="0"/>
          </a:p>
        </p:txBody>
      </p:sp>
      <p:pic>
        <p:nvPicPr>
          <p:cNvPr id="1026" name="Picture 2" descr="모노앰프 : 지식iN">
            <a:extLst>
              <a:ext uri="{FF2B5EF4-FFF2-40B4-BE49-F238E27FC236}">
                <a16:creationId xmlns:a16="http://schemas.microsoft.com/office/drawing/2014/main" id="{885575DA-3C59-4C39-962B-1634E29B0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5819" y="1386038"/>
            <a:ext cx="5598194" cy="5394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357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64B72-6EA6-49A0-91C0-836AFBD04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Inverting Amplifier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C79CD-1866-4BCF-9476-3C56C4D9F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0690E7-8A38-40CD-9BA0-2EA202FEA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20" y="1170039"/>
            <a:ext cx="3875688" cy="2246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858E28-3A18-434A-BF5B-5C62D2C6A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962" y="1087808"/>
            <a:ext cx="3503314" cy="21869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05C648-041C-4BCA-BF0F-9E210284FD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565" y="3796710"/>
            <a:ext cx="7640116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819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81FCF-7B44-4768-B669-D66FE47C0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Inverting Amplifier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E834D-07B2-445B-BA8C-E9C944838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Inverting gain.</a:t>
            </a:r>
          </a:p>
          <a:p>
            <a:endParaRPr lang="en-US" dirty="0"/>
          </a:p>
          <a:p>
            <a:r>
              <a:rPr lang="en-US" dirty="0"/>
              <a:t>Input impedance = R2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226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204CC-D33E-43E8-A557-22A7799A6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 Inverting Amplifier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92FCF9-104D-4CAD-9141-FFE0355D04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5468" y="1019992"/>
            <a:ext cx="3800180" cy="226804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FD38CA-D7DB-4070-9A15-7EFA72698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76" y="3314969"/>
            <a:ext cx="8371555" cy="32629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021D9C-62B0-4923-994C-A7028B67B676}"/>
              </a:ext>
            </a:extLst>
          </p:cNvPr>
          <p:cNvSpPr txBox="1"/>
          <p:nvPr/>
        </p:nvSpPr>
        <p:spPr>
          <a:xfrm>
            <a:off x="9365381" y="2252312"/>
            <a:ext cx="2415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Rin= Infinity</a:t>
            </a:r>
          </a:p>
          <a:p>
            <a:r>
              <a:rPr lang="en-US" dirty="0"/>
              <a:t>Non inverting gain</a:t>
            </a:r>
          </a:p>
        </p:txBody>
      </p:sp>
    </p:spTree>
    <p:extLst>
      <p:ext uri="{BB962C8B-B14F-4D97-AF65-F5344CB8AC3E}">
        <p14:creationId xmlns:p14="http://schemas.microsoft.com/office/powerpoint/2010/main" val="3875115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E67EB-F03D-4DE1-B68D-A1ECED1D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Summer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47813-B4F5-4DB9-B448-C2EAAA0EA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E6CAB8-7BBE-4A84-8D4C-4D5F79E67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781" y="1170039"/>
            <a:ext cx="8478433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04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E0913-E143-4A9C-B9A1-E1EF62674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960DE-CB25-4D44-B5EF-8527BBCF5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4B5189-46E9-4FA4-B0CD-BF3A34535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863" y="2176287"/>
            <a:ext cx="6792273" cy="2505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ADCD35-9B83-446E-9268-D98ED67F0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072" y="5223355"/>
            <a:ext cx="5372850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99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67A0-70A2-49B7-8769-522B0A285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Voltage Follower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B1A3A-9345-4CC6-BBEA-EE54E379A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028C4D-4B86-49A9-88A2-93342E9CA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600" y="993059"/>
            <a:ext cx="4620270" cy="26673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97C2D8-8AB4-4DDA-B5E2-35D93A35A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762" y="3837411"/>
            <a:ext cx="6465651" cy="112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32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0C138-62DD-4840-B758-C64121D6F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Amplifiers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33F37E2-9A5E-46FB-8AD4-C22CEAD8CF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17739" y="3220183"/>
            <a:ext cx="3696216" cy="75258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86B0EF-3BB4-4821-A9C5-844B74B09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997" y="993059"/>
            <a:ext cx="3524742" cy="971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CE4131-E422-483C-999C-9A4C800CB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482" y="1942145"/>
            <a:ext cx="4020111" cy="26959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884EAF-54BC-4047-857F-8FD9E93133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380" y="1630195"/>
            <a:ext cx="2273975" cy="11434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E16EEC-1610-4278-A59A-8E36849CA0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5075" y="5323465"/>
            <a:ext cx="2924583" cy="8764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3F24DFF-C59F-435D-BEEC-2894854070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1246" y="4371359"/>
            <a:ext cx="2753109" cy="5334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3F2D363-51D6-4F64-89B9-21653331FE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3529" y="5323465"/>
            <a:ext cx="2503702" cy="121658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F409CB1-F714-4E01-B6B9-963B3F6883DF}"/>
              </a:ext>
            </a:extLst>
          </p:cNvPr>
          <p:cNvSpPr txBox="1"/>
          <p:nvPr/>
        </p:nvSpPr>
        <p:spPr>
          <a:xfrm>
            <a:off x="2040556" y="6355387"/>
            <a:ext cx="1624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/home exercise</a:t>
            </a:r>
          </a:p>
        </p:txBody>
      </p:sp>
    </p:spTree>
    <p:extLst>
      <p:ext uri="{BB962C8B-B14F-4D97-AF65-F5344CB8AC3E}">
        <p14:creationId xmlns:p14="http://schemas.microsoft.com/office/powerpoint/2010/main" val="1755943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369C0-FE94-4798-A7D4-FFF3B6B3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Instrumentation Amplifier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04CCF73-96C3-4B69-8B3E-3196644CF2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8551" y="3330527"/>
            <a:ext cx="2314898" cy="685896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CF178F-E44A-4C4E-9B8C-1372C65DF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89" y="1405288"/>
            <a:ext cx="7288602" cy="4771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23FF2D-A8E1-4DA7-8BD0-6E16BE2F3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891" y="2781478"/>
            <a:ext cx="3691300" cy="109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365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13783</TotalTime>
  <Words>135</Words>
  <Application>Microsoft Office PowerPoint</Application>
  <PresentationFormat>Widescreen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Office Theme</vt:lpstr>
      <vt:lpstr>Linear Integrated Circuits EE-411 L1</vt:lpstr>
      <vt:lpstr>Opamp Based Simple Circuits</vt:lpstr>
      <vt:lpstr>Inverting Amplifier</vt:lpstr>
      <vt:lpstr>Issues with Inverting Amplifier</vt:lpstr>
      <vt:lpstr>Non Inverting Amplifier</vt:lpstr>
      <vt:lpstr>Weighted Summer</vt:lpstr>
      <vt:lpstr>Class Example</vt:lpstr>
      <vt:lpstr>The Voltage Follower</vt:lpstr>
      <vt:lpstr>Difference Amplifiers</vt:lpstr>
      <vt:lpstr>The Instrumentation Amplifier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Microchip Design Collaborative Achievements, Panel Talk and Alumni Journey</dc:title>
  <dc:creator>Arsalan Jawed</dc:creator>
  <cp:lastModifiedBy>Syed Arsalan Jawed</cp:lastModifiedBy>
  <cp:revision>82</cp:revision>
  <dcterms:created xsi:type="dcterms:W3CDTF">2024-03-09T05:31:06Z</dcterms:created>
  <dcterms:modified xsi:type="dcterms:W3CDTF">2025-08-31T16:59:03Z</dcterms:modified>
</cp:coreProperties>
</file>