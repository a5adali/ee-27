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01" r:id="rId3"/>
    <p:sldId id="493" r:id="rId4"/>
    <p:sldId id="494" r:id="rId5"/>
    <p:sldId id="495" r:id="rId6"/>
    <p:sldId id="496" r:id="rId7"/>
    <p:sldId id="497" r:id="rId8"/>
    <p:sldId id="498" r:id="rId9"/>
    <p:sldId id="499" r:id="rId10"/>
    <p:sldId id="500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13" r:id="rId23"/>
    <p:sldId id="514" r:id="rId24"/>
    <p:sldId id="515" r:id="rId25"/>
    <p:sldId id="516" r:id="rId26"/>
    <p:sldId id="517" r:id="rId27"/>
    <p:sldId id="518" r:id="rId28"/>
    <p:sldId id="519" r:id="rId29"/>
    <p:sldId id="520" r:id="rId30"/>
    <p:sldId id="521" r:id="rId31"/>
    <p:sldId id="522" r:id="rId32"/>
    <p:sldId id="523" r:id="rId3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AF20433B-7420-4334-9C07-3DE0C6B46D9D}"/>
    <pc:docChg chg="custSel addSld delSld modSld">
      <pc:chgData name="Syed Arsalan Jawed" userId="66ce1ddb-27c8-4da7-83ff-a193b16dacab" providerId="ADAL" clId="{AF20433B-7420-4334-9C07-3DE0C6B46D9D}" dt="2025-09-13T05:44:55.314" v="816" actId="22"/>
      <pc:docMkLst>
        <pc:docMk/>
      </pc:docMkLst>
      <pc:sldChg chg="del">
        <pc:chgData name="Syed Arsalan Jawed" userId="66ce1ddb-27c8-4da7-83ff-a193b16dacab" providerId="ADAL" clId="{AF20433B-7420-4334-9C07-3DE0C6B46D9D}" dt="2025-09-09T06:00:12.310" v="0" actId="47"/>
        <pc:sldMkLst>
          <pc:docMk/>
          <pc:sldMk cId="305357900" sldId="492"/>
        </pc:sldMkLst>
      </pc:sldChg>
      <pc:sldChg chg="modSp new mod">
        <pc:chgData name="Syed Arsalan Jawed" userId="66ce1ddb-27c8-4da7-83ff-a193b16dacab" providerId="ADAL" clId="{AF20433B-7420-4334-9C07-3DE0C6B46D9D}" dt="2025-09-09T06:00:20.905" v="22" actId="20577"/>
        <pc:sldMkLst>
          <pc:docMk/>
          <pc:sldMk cId="4008536964" sldId="501"/>
        </pc:sldMkLst>
        <pc:spChg chg="mod">
          <ac:chgData name="Syed Arsalan Jawed" userId="66ce1ddb-27c8-4da7-83ff-a193b16dacab" providerId="ADAL" clId="{AF20433B-7420-4334-9C07-3DE0C6B46D9D}" dt="2025-09-09T06:00:20.905" v="22" actId="20577"/>
          <ac:spMkLst>
            <pc:docMk/>
            <pc:sldMk cId="4008536964" sldId="501"/>
            <ac:spMk id="2" creationId="{13D181E9-5DC3-4380-BF81-F23FC3961FAD}"/>
          </ac:spMkLst>
        </pc:spChg>
      </pc:sldChg>
      <pc:sldChg chg="addSp modSp new mod">
        <pc:chgData name="Syed Arsalan Jawed" userId="66ce1ddb-27c8-4da7-83ff-a193b16dacab" providerId="ADAL" clId="{AF20433B-7420-4334-9C07-3DE0C6B46D9D}" dt="2025-09-09T06:04:52.012" v="71" actId="1076"/>
        <pc:sldMkLst>
          <pc:docMk/>
          <pc:sldMk cId="533568078" sldId="502"/>
        </pc:sldMkLst>
        <pc:spChg chg="mod">
          <ac:chgData name="Syed Arsalan Jawed" userId="66ce1ddb-27c8-4da7-83ff-a193b16dacab" providerId="ADAL" clId="{AF20433B-7420-4334-9C07-3DE0C6B46D9D}" dt="2025-09-09T06:03:46.393" v="52" actId="20577"/>
          <ac:spMkLst>
            <pc:docMk/>
            <pc:sldMk cId="533568078" sldId="502"/>
            <ac:spMk id="2" creationId="{7B0CD17F-97DB-4762-A36B-3C7CB36B16B9}"/>
          </ac:spMkLst>
        </pc:spChg>
        <pc:picChg chg="add mod">
          <ac:chgData name="Syed Arsalan Jawed" userId="66ce1ddb-27c8-4da7-83ff-a193b16dacab" providerId="ADAL" clId="{AF20433B-7420-4334-9C07-3DE0C6B46D9D}" dt="2025-09-09T06:04:52.012" v="71" actId="1076"/>
          <ac:picMkLst>
            <pc:docMk/>
            <pc:sldMk cId="533568078" sldId="502"/>
            <ac:picMk id="5" creationId="{E5563B32-A2B9-4865-BD77-67475AA209ED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07:30.658" v="106" actId="207"/>
        <pc:sldMkLst>
          <pc:docMk/>
          <pc:sldMk cId="1712585678" sldId="503"/>
        </pc:sldMkLst>
        <pc:spChg chg="mod">
          <ac:chgData name="Syed Arsalan Jawed" userId="66ce1ddb-27c8-4da7-83ff-a193b16dacab" providerId="ADAL" clId="{AF20433B-7420-4334-9C07-3DE0C6B46D9D}" dt="2025-09-09T06:04:25.337" v="66" actId="20577"/>
          <ac:spMkLst>
            <pc:docMk/>
            <pc:sldMk cId="1712585678" sldId="503"/>
            <ac:spMk id="2" creationId="{79A36F2D-B792-4120-9DA1-5835BBC3592E}"/>
          </ac:spMkLst>
        </pc:spChg>
        <pc:spChg chg="add mod">
          <ac:chgData name="Syed Arsalan Jawed" userId="66ce1ddb-27c8-4da7-83ff-a193b16dacab" providerId="ADAL" clId="{AF20433B-7420-4334-9C07-3DE0C6B46D9D}" dt="2025-09-09T06:07:30.658" v="106" actId="207"/>
          <ac:spMkLst>
            <pc:docMk/>
            <pc:sldMk cId="1712585678" sldId="503"/>
            <ac:spMk id="7" creationId="{43520F39-5A89-4FF4-9294-8295D26EB99B}"/>
          </ac:spMkLst>
        </pc:spChg>
        <pc:picChg chg="add mod">
          <ac:chgData name="Syed Arsalan Jawed" userId="66ce1ddb-27c8-4da7-83ff-a193b16dacab" providerId="ADAL" clId="{AF20433B-7420-4334-9C07-3DE0C6B46D9D}" dt="2025-09-09T06:06:26.219" v="84" actId="14100"/>
          <ac:picMkLst>
            <pc:docMk/>
            <pc:sldMk cId="1712585678" sldId="503"/>
            <ac:picMk id="5" creationId="{BF8363FA-3189-4AD6-8220-A40177F4E2B2}"/>
          </ac:picMkLst>
        </pc:picChg>
        <pc:picChg chg="add mod">
          <ac:chgData name="Syed Arsalan Jawed" userId="66ce1ddb-27c8-4da7-83ff-a193b16dacab" providerId="ADAL" clId="{AF20433B-7420-4334-9C07-3DE0C6B46D9D}" dt="2025-09-09T06:06:28.673" v="85" actId="1076"/>
          <ac:picMkLst>
            <pc:docMk/>
            <pc:sldMk cId="1712585678" sldId="503"/>
            <ac:picMk id="6" creationId="{8EADBE5D-AE68-4767-A7AF-6CEE3499A751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09T06:07:56.294" v="108" actId="14100"/>
        <pc:sldMkLst>
          <pc:docMk/>
          <pc:sldMk cId="4159834779" sldId="504"/>
        </pc:sldMkLst>
        <pc:picChg chg="add del mod">
          <ac:chgData name="Syed Arsalan Jawed" userId="66ce1ddb-27c8-4da7-83ff-a193b16dacab" providerId="ADAL" clId="{AF20433B-7420-4334-9C07-3DE0C6B46D9D}" dt="2025-09-09T06:06:16.690" v="80" actId="21"/>
          <ac:picMkLst>
            <pc:docMk/>
            <pc:sldMk cId="4159834779" sldId="504"/>
            <ac:picMk id="5" creationId="{7EBA6EE7-CDC9-47E5-8486-D45614C0862A}"/>
          </ac:picMkLst>
        </pc:picChg>
        <pc:picChg chg="add mod">
          <ac:chgData name="Syed Arsalan Jawed" userId="66ce1ddb-27c8-4da7-83ff-a193b16dacab" providerId="ADAL" clId="{AF20433B-7420-4334-9C07-3DE0C6B46D9D}" dt="2025-09-09T06:07:56.294" v="108" actId="14100"/>
          <ac:picMkLst>
            <pc:docMk/>
            <pc:sldMk cId="4159834779" sldId="504"/>
            <ac:picMk id="7" creationId="{5EBAA858-9449-426D-B70E-11042A8FE000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10:21.884" v="133" actId="14100"/>
        <pc:sldMkLst>
          <pc:docMk/>
          <pc:sldMk cId="1343089114" sldId="505"/>
        </pc:sldMkLst>
        <pc:spChg chg="mod">
          <ac:chgData name="Syed Arsalan Jawed" userId="66ce1ddb-27c8-4da7-83ff-a193b16dacab" providerId="ADAL" clId="{AF20433B-7420-4334-9C07-3DE0C6B46D9D}" dt="2025-09-09T06:09:28.251" v="123" actId="20577"/>
          <ac:spMkLst>
            <pc:docMk/>
            <pc:sldMk cId="1343089114" sldId="505"/>
            <ac:spMk id="2" creationId="{FAF3B6E1-F79D-4AE6-B992-39DB37AF870B}"/>
          </ac:spMkLst>
        </pc:spChg>
        <pc:picChg chg="add mod">
          <ac:chgData name="Syed Arsalan Jawed" userId="66ce1ddb-27c8-4da7-83ff-a193b16dacab" providerId="ADAL" clId="{AF20433B-7420-4334-9C07-3DE0C6B46D9D}" dt="2025-09-09T06:10:02.723" v="127" actId="1076"/>
          <ac:picMkLst>
            <pc:docMk/>
            <pc:sldMk cId="1343089114" sldId="505"/>
            <ac:picMk id="5" creationId="{AD5F1650-38FD-4057-985E-69DE68C9B28E}"/>
          </ac:picMkLst>
        </pc:picChg>
        <pc:picChg chg="add mod modCrop">
          <ac:chgData name="Syed Arsalan Jawed" userId="66ce1ddb-27c8-4da7-83ff-a193b16dacab" providerId="ADAL" clId="{AF20433B-7420-4334-9C07-3DE0C6B46D9D}" dt="2025-09-09T06:10:21.884" v="133" actId="14100"/>
          <ac:picMkLst>
            <pc:docMk/>
            <pc:sldMk cId="1343089114" sldId="505"/>
            <ac:picMk id="7" creationId="{0337F31E-33A8-400A-87BB-0641F7477652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22:16.420" v="188" actId="1076"/>
        <pc:sldMkLst>
          <pc:docMk/>
          <pc:sldMk cId="3215678288" sldId="506"/>
        </pc:sldMkLst>
        <pc:spChg chg="mod">
          <ac:chgData name="Syed Arsalan Jawed" userId="66ce1ddb-27c8-4da7-83ff-a193b16dacab" providerId="ADAL" clId="{AF20433B-7420-4334-9C07-3DE0C6B46D9D}" dt="2025-09-09T06:18:43.519" v="185" actId="20577"/>
          <ac:spMkLst>
            <pc:docMk/>
            <pc:sldMk cId="3215678288" sldId="506"/>
            <ac:spMk id="2" creationId="{AAAB24ED-266B-4F42-A2B5-BF395B4C2F70}"/>
          </ac:spMkLst>
        </pc:spChg>
        <pc:picChg chg="add mod">
          <ac:chgData name="Syed Arsalan Jawed" userId="66ce1ddb-27c8-4da7-83ff-a193b16dacab" providerId="ADAL" clId="{AF20433B-7420-4334-9C07-3DE0C6B46D9D}" dt="2025-09-09T06:22:16.420" v="188" actId="1076"/>
          <ac:picMkLst>
            <pc:docMk/>
            <pc:sldMk cId="3215678288" sldId="506"/>
            <ac:picMk id="5" creationId="{66A2C263-69AB-4A29-9D6B-B071A9113A2D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23:00.954" v="205" actId="1076"/>
        <pc:sldMkLst>
          <pc:docMk/>
          <pc:sldMk cId="627047304" sldId="507"/>
        </pc:sldMkLst>
        <pc:spChg chg="mod">
          <ac:chgData name="Syed Arsalan Jawed" userId="66ce1ddb-27c8-4da7-83ff-a193b16dacab" providerId="ADAL" clId="{AF20433B-7420-4334-9C07-3DE0C6B46D9D}" dt="2025-09-09T06:22:36.593" v="202" actId="20577"/>
          <ac:spMkLst>
            <pc:docMk/>
            <pc:sldMk cId="627047304" sldId="507"/>
            <ac:spMk id="2" creationId="{CFEAEE2E-3216-4D5B-AEA3-76D23F460D14}"/>
          </ac:spMkLst>
        </pc:spChg>
        <pc:picChg chg="add mod">
          <ac:chgData name="Syed Arsalan Jawed" userId="66ce1ddb-27c8-4da7-83ff-a193b16dacab" providerId="ADAL" clId="{AF20433B-7420-4334-9C07-3DE0C6B46D9D}" dt="2025-09-09T06:23:00.954" v="205" actId="1076"/>
          <ac:picMkLst>
            <pc:docMk/>
            <pc:sldMk cId="627047304" sldId="507"/>
            <ac:picMk id="5" creationId="{A69BBA22-3541-400B-9095-BF8741B0ED32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24:59.078" v="230" actId="22"/>
        <pc:sldMkLst>
          <pc:docMk/>
          <pc:sldMk cId="2221049717" sldId="508"/>
        </pc:sldMkLst>
        <pc:spChg chg="mod">
          <ac:chgData name="Syed Arsalan Jawed" userId="66ce1ddb-27c8-4da7-83ff-a193b16dacab" providerId="ADAL" clId="{AF20433B-7420-4334-9C07-3DE0C6B46D9D}" dt="2025-09-09T06:24:48.274" v="229" actId="20577"/>
          <ac:spMkLst>
            <pc:docMk/>
            <pc:sldMk cId="2221049717" sldId="508"/>
            <ac:spMk id="2" creationId="{ABBDBBEC-F120-4FE1-8245-978E2A307828}"/>
          </ac:spMkLst>
        </pc:spChg>
        <pc:picChg chg="add">
          <ac:chgData name="Syed Arsalan Jawed" userId="66ce1ddb-27c8-4da7-83ff-a193b16dacab" providerId="ADAL" clId="{AF20433B-7420-4334-9C07-3DE0C6B46D9D}" dt="2025-09-09T06:24:59.078" v="230" actId="22"/>
          <ac:picMkLst>
            <pc:docMk/>
            <pc:sldMk cId="2221049717" sldId="508"/>
            <ac:picMk id="5" creationId="{18E0888D-835B-4DD5-88D1-4CF1FE18C81D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6:27:41.758" v="279" actId="1076"/>
        <pc:sldMkLst>
          <pc:docMk/>
          <pc:sldMk cId="1287437495" sldId="509"/>
        </pc:sldMkLst>
        <pc:spChg chg="mod">
          <ac:chgData name="Syed Arsalan Jawed" userId="66ce1ddb-27c8-4da7-83ff-a193b16dacab" providerId="ADAL" clId="{AF20433B-7420-4334-9C07-3DE0C6B46D9D}" dt="2025-09-09T06:26:34.388" v="259" actId="20577"/>
          <ac:spMkLst>
            <pc:docMk/>
            <pc:sldMk cId="1287437495" sldId="509"/>
            <ac:spMk id="2" creationId="{A23D8CEA-DB00-499A-82F4-E51E2C721198}"/>
          </ac:spMkLst>
        </pc:spChg>
        <pc:spChg chg="mod">
          <ac:chgData name="Syed Arsalan Jawed" userId="66ce1ddb-27c8-4da7-83ff-a193b16dacab" providerId="ADAL" clId="{AF20433B-7420-4334-9C07-3DE0C6B46D9D}" dt="2025-09-09T06:26:55.835" v="268" actId="20577"/>
          <ac:spMkLst>
            <pc:docMk/>
            <pc:sldMk cId="1287437495" sldId="509"/>
            <ac:spMk id="3" creationId="{7929B0E9-1EEE-4110-B657-196DE147DF79}"/>
          </ac:spMkLst>
        </pc:spChg>
        <pc:picChg chg="add mod">
          <ac:chgData name="Syed Arsalan Jawed" userId="66ce1ddb-27c8-4da7-83ff-a193b16dacab" providerId="ADAL" clId="{AF20433B-7420-4334-9C07-3DE0C6B46D9D}" dt="2025-09-09T06:27:37.094" v="277" actId="14100"/>
          <ac:picMkLst>
            <pc:docMk/>
            <pc:sldMk cId="1287437495" sldId="509"/>
            <ac:picMk id="5" creationId="{C478CE59-32C2-4C34-84F7-2EEE3F6E973C}"/>
          </ac:picMkLst>
        </pc:picChg>
        <pc:picChg chg="add mod">
          <ac:chgData name="Syed Arsalan Jawed" userId="66ce1ddb-27c8-4da7-83ff-a193b16dacab" providerId="ADAL" clId="{AF20433B-7420-4334-9C07-3DE0C6B46D9D}" dt="2025-09-09T06:27:41.758" v="279" actId="1076"/>
          <ac:picMkLst>
            <pc:docMk/>
            <pc:sldMk cId="1287437495" sldId="509"/>
            <ac:picMk id="7" creationId="{37FCB3BE-5F51-4B1A-82EA-7D5023BBF02D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09T06:53:43.437" v="306" actId="1076"/>
        <pc:sldMkLst>
          <pc:docMk/>
          <pc:sldMk cId="2510193313" sldId="510"/>
        </pc:sldMkLst>
        <pc:spChg chg="mod">
          <ac:chgData name="Syed Arsalan Jawed" userId="66ce1ddb-27c8-4da7-83ff-a193b16dacab" providerId="ADAL" clId="{AF20433B-7420-4334-9C07-3DE0C6B46D9D}" dt="2025-09-09T06:28:13.612" v="298" actId="20577"/>
          <ac:spMkLst>
            <pc:docMk/>
            <pc:sldMk cId="2510193313" sldId="510"/>
            <ac:spMk id="2" creationId="{5D130815-8754-41DA-B6BE-154AAA72FB71}"/>
          </ac:spMkLst>
        </pc:spChg>
        <pc:spChg chg="del">
          <ac:chgData name="Syed Arsalan Jawed" userId="66ce1ddb-27c8-4da7-83ff-a193b16dacab" providerId="ADAL" clId="{AF20433B-7420-4334-9C07-3DE0C6B46D9D}" dt="2025-09-09T06:53:39.971" v="304" actId="22"/>
          <ac:spMkLst>
            <pc:docMk/>
            <pc:sldMk cId="2510193313" sldId="510"/>
            <ac:spMk id="3" creationId="{09206D5A-2FCF-409A-8773-4ED7589DD281}"/>
          </ac:spMkLst>
        </pc:spChg>
        <pc:picChg chg="add mod">
          <ac:chgData name="Syed Arsalan Jawed" userId="66ce1ddb-27c8-4da7-83ff-a193b16dacab" providerId="ADAL" clId="{AF20433B-7420-4334-9C07-3DE0C6B46D9D}" dt="2025-09-09T06:53:38.689" v="303" actId="14100"/>
          <ac:picMkLst>
            <pc:docMk/>
            <pc:sldMk cId="2510193313" sldId="510"/>
            <ac:picMk id="5" creationId="{E6A9EEE9-F473-45B9-9865-67C091AC62CE}"/>
          </ac:picMkLst>
        </pc:picChg>
        <pc:picChg chg="add mod ord">
          <ac:chgData name="Syed Arsalan Jawed" userId="66ce1ddb-27c8-4da7-83ff-a193b16dacab" providerId="ADAL" clId="{AF20433B-7420-4334-9C07-3DE0C6B46D9D}" dt="2025-09-09T06:53:43.437" v="306" actId="1076"/>
          <ac:picMkLst>
            <pc:docMk/>
            <pc:sldMk cId="2510193313" sldId="510"/>
            <ac:picMk id="7" creationId="{AEF5A1D0-77D0-499D-BE0D-C95E29396B0C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7:02:22.841" v="334" actId="14100"/>
        <pc:sldMkLst>
          <pc:docMk/>
          <pc:sldMk cId="795890250" sldId="511"/>
        </pc:sldMkLst>
        <pc:spChg chg="mod">
          <ac:chgData name="Syed Arsalan Jawed" userId="66ce1ddb-27c8-4da7-83ff-a193b16dacab" providerId="ADAL" clId="{AF20433B-7420-4334-9C07-3DE0C6B46D9D}" dt="2025-09-09T07:02:04.723" v="323" actId="20577"/>
          <ac:spMkLst>
            <pc:docMk/>
            <pc:sldMk cId="795890250" sldId="511"/>
            <ac:spMk id="2" creationId="{A887DFD0-3510-4971-802D-629A597D9573}"/>
          </ac:spMkLst>
        </pc:spChg>
        <pc:spChg chg="mod">
          <ac:chgData name="Syed Arsalan Jawed" userId="66ce1ddb-27c8-4da7-83ff-a193b16dacab" providerId="ADAL" clId="{AF20433B-7420-4334-9C07-3DE0C6B46D9D}" dt="2025-09-09T07:02:07.715" v="332" actId="20577"/>
          <ac:spMkLst>
            <pc:docMk/>
            <pc:sldMk cId="795890250" sldId="511"/>
            <ac:spMk id="3" creationId="{7C511DD2-15B4-4BC0-84EC-E1822DC2FC87}"/>
          </ac:spMkLst>
        </pc:spChg>
        <pc:picChg chg="add mod">
          <ac:chgData name="Syed Arsalan Jawed" userId="66ce1ddb-27c8-4da7-83ff-a193b16dacab" providerId="ADAL" clId="{AF20433B-7420-4334-9C07-3DE0C6B46D9D}" dt="2025-09-09T07:02:22.841" v="334" actId="14100"/>
          <ac:picMkLst>
            <pc:docMk/>
            <pc:sldMk cId="795890250" sldId="511"/>
            <ac:picMk id="5" creationId="{F644E456-241D-433A-BC5E-B71B038546A5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09T07:03:02.170" v="349" actId="1076"/>
        <pc:sldMkLst>
          <pc:docMk/>
          <pc:sldMk cId="367246988" sldId="512"/>
        </pc:sldMkLst>
        <pc:spChg chg="mod">
          <ac:chgData name="Syed Arsalan Jawed" userId="66ce1ddb-27c8-4da7-83ff-a193b16dacab" providerId="ADAL" clId="{AF20433B-7420-4334-9C07-3DE0C6B46D9D}" dt="2025-09-09T07:02:34.521" v="346" actId="5793"/>
          <ac:spMkLst>
            <pc:docMk/>
            <pc:sldMk cId="367246988" sldId="512"/>
            <ac:spMk id="3" creationId="{466FFE1D-3ABA-4327-A1B8-93423737DDE6}"/>
          </ac:spMkLst>
        </pc:spChg>
        <pc:picChg chg="add mod">
          <ac:chgData name="Syed Arsalan Jawed" userId="66ce1ddb-27c8-4da7-83ff-a193b16dacab" providerId="ADAL" clId="{AF20433B-7420-4334-9C07-3DE0C6B46D9D}" dt="2025-09-09T07:03:02.170" v="349" actId="1076"/>
          <ac:picMkLst>
            <pc:docMk/>
            <pc:sldMk cId="367246988" sldId="512"/>
            <ac:picMk id="5" creationId="{C06A85D5-3333-478A-AF83-5A9BDA7A559A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1:08.920" v="389" actId="14100"/>
        <pc:sldMkLst>
          <pc:docMk/>
          <pc:sldMk cId="2500299445" sldId="513"/>
        </pc:sldMkLst>
        <pc:spChg chg="mod">
          <ac:chgData name="Syed Arsalan Jawed" userId="66ce1ddb-27c8-4da7-83ff-a193b16dacab" providerId="ADAL" clId="{AF20433B-7420-4334-9C07-3DE0C6B46D9D}" dt="2025-09-10T15:59:42.840" v="386" actId="20577"/>
          <ac:spMkLst>
            <pc:docMk/>
            <pc:sldMk cId="2500299445" sldId="513"/>
            <ac:spMk id="2" creationId="{74D09119-0D88-4B6D-BF85-313B57A732F9}"/>
          </ac:spMkLst>
        </pc:spChg>
        <pc:spChg chg="del">
          <ac:chgData name="Syed Arsalan Jawed" userId="66ce1ddb-27c8-4da7-83ff-a193b16dacab" providerId="ADAL" clId="{AF20433B-7420-4334-9C07-3DE0C6B46D9D}" dt="2025-09-10T16:01:05.648" v="387" actId="478"/>
          <ac:spMkLst>
            <pc:docMk/>
            <pc:sldMk cId="2500299445" sldId="513"/>
            <ac:spMk id="3" creationId="{608F8C31-AB01-4B3E-AEF5-244509A56412}"/>
          </ac:spMkLst>
        </pc:spChg>
        <pc:picChg chg="add mod">
          <ac:chgData name="Syed Arsalan Jawed" userId="66ce1ddb-27c8-4da7-83ff-a193b16dacab" providerId="ADAL" clId="{AF20433B-7420-4334-9C07-3DE0C6B46D9D}" dt="2025-09-10T16:01:08.920" v="389" actId="14100"/>
          <ac:picMkLst>
            <pc:docMk/>
            <pc:sldMk cId="2500299445" sldId="513"/>
            <ac:picMk id="5" creationId="{829EB5E9-1857-4DA6-9538-220FEB30673F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1:28.972" v="394" actId="1076"/>
        <pc:sldMkLst>
          <pc:docMk/>
          <pc:sldMk cId="3857619131" sldId="514"/>
        </pc:sldMkLst>
        <pc:spChg chg="del">
          <ac:chgData name="Syed Arsalan Jawed" userId="66ce1ddb-27c8-4da7-83ff-a193b16dacab" providerId="ADAL" clId="{AF20433B-7420-4334-9C07-3DE0C6B46D9D}" dt="2025-09-10T16:01:23.737" v="391" actId="478"/>
          <ac:spMkLst>
            <pc:docMk/>
            <pc:sldMk cId="3857619131" sldId="514"/>
            <ac:spMk id="3" creationId="{70516156-C6FE-4595-ADA1-EE494A8F4D43}"/>
          </ac:spMkLst>
        </pc:spChg>
        <pc:picChg chg="add mod">
          <ac:chgData name="Syed Arsalan Jawed" userId="66ce1ddb-27c8-4da7-83ff-a193b16dacab" providerId="ADAL" clId="{AF20433B-7420-4334-9C07-3DE0C6B46D9D}" dt="2025-09-10T16:01:28.972" v="394" actId="1076"/>
          <ac:picMkLst>
            <pc:docMk/>
            <pc:sldMk cId="3857619131" sldId="514"/>
            <ac:picMk id="5" creationId="{E441F79E-E4C5-4196-B1F5-5652E62B37C7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3:34.029" v="454" actId="14100"/>
        <pc:sldMkLst>
          <pc:docMk/>
          <pc:sldMk cId="3489643256" sldId="515"/>
        </pc:sldMkLst>
        <pc:spChg chg="mod">
          <ac:chgData name="Syed Arsalan Jawed" userId="66ce1ddb-27c8-4da7-83ff-a193b16dacab" providerId="ADAL" clId="{AF20433B-7420-4334-9C07-3DE0C6B46D9D}" dt="2025-09-10T16:02:23.499" v="415" actId="20577"/>
          <ac:spMkLst>
            <pc:docMk/>
            <pc:sldMk cId="3489643256" sldId="515"/>
            <ac:spMk id="2" creationId="{A47D3DA1-BA3A-47AC-9FC3-ADA693A35491}"/>
          </ac:spMkLst>
        </pc:spChg>
        <pc:spChg chg="del">
          <ac:chgData name="Syed Arsalan Jawed" userId="66ce1ddb-27c8-4da7-83ff-a193b16dacab" providerId="ADAL" clId="{AF20433B-7420-4334-9C07-3DE0C6B46D9D}" dt="2025-09-10T16:02:58.610" v="416" actId="478"/>
          <ac:spMkLst>
            <pc:docMk/>
            <pc:sldMk cId="3489643256" sldId="515"/>
            <ac:spMk id="3" creationId="{5A3226E6-0D44-4B0A-8BE0-10FAE3D92225}"/>
          </ac:spMkLst>
        </pc:spChg>
        <pc:picChg chg="add mod">
          <ac:chgData name="Syed Arsalan Jawed" userId="66ce1ddb-27c8-4da7-83ff-a193b16dacab" providerId="ADAL" clId="{AF20433B-7420-4334-9C07-3DE0C6B46D9D}" dt="2025-09-10T16:03:27.088" v="451" actId="1037"/>
          <ac:picMkLst>
            <pc:docMk/>
            <pc:sldMk cId="3489643256" sldId="515"/>
            <ac:picMk id="5" creationId="{B9D27693-7A5B-4E35-8134-88DB1FCC5341}"/>
          </ac:picMkLst>
        </pc:picChg>
        <pc:picChg chg="add mod">
          <ac:chgData name="Syed Arsalan Jawed" userId="66ce1ddb-27c8-4da7-83ff-a193b16dacab" providerId="ADAL" clId="{AF20433B-7420-4334-9C07-3DE0C6B46D9D}" dt="2025-09-10T16:03:34.029" v="454" actId="14100"/>
          <ac:picMkLst>
            <pc:docMk/>
            <pc:sldMk cId="3489643256" sldId="515"/>
            <ac:picMk id="7" creationId="{CE896CE6-AC87-4165-AB40-1CF93613074C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4:06.211" v="471" actId="1036"/>
        <pc:sldMkLst>
          <pc:docMk/>
          <pc:sldMk cId="2861667141" sldId="516"/>
        </pc:sldMkLst>
        <pc:spChg chg="del">
          <ac:chgData name="Syed Arsalan Jawed" userId="66ce1ddb-27c8-4da7-83ff-a193b16dacab" providerId="ADAL" clId="{AF20433B-7420-4334-9C07-3DE0C6B46D9D}" dt="2025-09-10T16:04:02.806" v="455" actId="478"/>
          <ac:spMkLst>
            <pc:docMk/>
            <pc:sldMk cId="2861667141" sldId="516"/>
            <ac:spMk id="3" creationId="{8F84B61D-13B6-4FB2-A321-092FACD326FF}"/>
          </ac:spMkLst>
        </pc:spChg>
        <pc:picChg chg="add mod">
          <ac:chgData name="Syed Arsalan Jawed" userId="66ce1ddb-27c8-4da7-83ff-a193b16dacab" providerId="ADAL" clId="{AF20433B-7420-4334-9C07-3DE0C6B46D9D}" dt="2025-09-10T16:04:06.211" v="471" actId="1036"/>
          <ac:picMkLst>
            <pc:docMk/>
            <pc:sldMk cId="2861667141" sldId="516"/>
            <ac:picMk id="5" creationId="{FCFD270B-7EC4-440F-9DB8-DD9FEBDBA5D7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8:09.998" v="534" actId="404"/>
        <pc:sldMkLst>
          <pc:docMk/>
          <pc:sldMk cId="65862037" sldId="517"/>
        </pc:sldMkLst>
        <pc:spChg chg="mod">
          <ac:chgData name="Syed Arsalan Jawed" userId="66ce1ddb-27c8-4da7-83ff-a193b16dacab" providerId="ADAL" clId="{AF20433B-7420-4334-9C07-3DE0C6B46D9D}" dt="2025-09-10T16:08:09.998" v="534" actId="404"/>
          <ac:spMkLst>
            <pc:docMk/>
            <pc:sldMk cId="65862037" sldId="517"/>
            <ac:spMk id="2" creationId="{CADB551F-D2ED-4C85-A179-709D585F0A09}"/>
          </ac:spMkLst>
        </pc:spChg>
        <pc:picChg chg="add del mod">
          <ac:chgData name="Syed Arsalan Jawed" userId="66ce1ddb-27c8-4da7-83ff-a193b16dacab" providerId="ADAL" clId="{AF20433B-7420-4334-9C07-3DE0C6B46D9D}" dt="2025-09-10T16:05:42.407" v="496" actId="478"/>
          <ac:picMkLst>
            <pc:docMk/>
            <pc:sldMk cId="65862037" sldId="517"/>
            <ac:picMk id="5" creationId="{4E94160E-B0C0-419B-BC57-00FD50FBB68A}"/>
          </ac:picMkLst>
        </pc:picChg>
        <pc:picChg chg="add">
          <ac:chgData name="Syed Arsalan Jawed" userId="66ce1ddb-27c8-4da7-83ff-a193b16dacab" providerId="ADAL" clId="{AF20433B-7420-4334-9C07-3DE0C6B46D9D}" dt="2025-09-10T16:05:42.902" v="497" actId="22"/>
          <ac:picMkLst>
            <pc:docMk/>
            <pc:sldMk cId="65862037" sldId="517"/>
            <ac:picMk id="7" creationId="{1F0EE705-C961-4D47-9432-D3F39AF906EF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07:16.224" v="503" actId="14100"/>
        <pc:sldMkLst>
          <pc:docMk/>
          <pc:sldMk cId="2699849898" sldId="518"/>
        </pc:sldMkLst>
        <pc:spChg chg="del">
          <ac:chgData name="Syed Arsalan Jawed" userId="66ce1ddb-27c8-4da7-83ff-a193b16dacab" providerId="ADAL" clId="{AF20433B-7420-4334-9C07-3DE0C6B46D9D}" dt="2025-09-10T16:07:08.021" v="499" actId="478"/>
          <ac:spMkLst>
            <pc:docMk/>
            <pc:sldMk cId="2699849898" sldId="518"/>
            <ac:spMk id="3" creationId="{03BCEB2E-A1C3-43F7-B016-2F8C67524D8A}"/>
          </ac:spMkLst>
        </pc:spChg>
        <pc:picChg chg="add mod">
          <ac:chgData name="Syed Arsalan Jawed" userId="66ce1ddb-27c8-4da7-83ff-a193b16dacab" providerId="ADAL" clId="{AF20433B-7420-4334-9C07-3DE0C6B46D9D}" dt="2025-09-10T16:07:16.224" v="503" actId="14100"/>
          <ac:picMkLst>
            <pc:docMk/>
            <pc:sldMk cId="2699849898" sldId="518"/>
            <ac:picMk id="5" creationId="{961D960F-331D-4A06-A1D3-1CADA4D25FD8}"/>
          </ac:picMkLst>
        </pc:picChg>
      </pc:sldChg>
      <pc:sldChg chg="addSp modSp new mod">
        <pc:chgData name="Syed Arsalan Jawed" userId="66ce1ddb-27c8-4da7-83ff-a193b16dacab" providerId="ADAL" clId="{AF20433B-7420-4334-9C07-3DE0C6B46D9D}" dt="2025-09-10T16:15:17.289" v="564" actId="1036"/>
        <pc:sldMkLst>
          <pc:docMk/>
          <pc:sldMk cId="3054012580" sldId="519"/>
        </pc:sldMkLst>
        <pc:picChg chg="add mod">
          <ac:chgData name="Syed Arsalan Jawed" userId="66ce1ddb-27c8-4da7-83ff-a193b16dacab" providerId="ADAL" clId="{AF20433B-7420-4334-9C07-3DE0C6B46D9D}" dt="2025-09-10T16:15:17.289" v="564" actId="1036"/>
          <ac:picMkLst>
            <pc:docMk/>
            <pc:sldMk cId="3054012580" sldId="519"/>
            <ac:picMk id="5" creationId="{C615D9B7-701B-4904-B9CD-77351AA0DE75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18:06.118" v="611" actId="1076"/>
        <pc:sldMkLst>
          <pc:docMk/>
          <pc:sldMk cId="3279387488" sldId="520"/>
        </pc:sldMkLst>
        <pc:spChg chg="del">
          <ac:chgData name="Syed Arsalan Jawed" userId="66ce1ddb-27c8-4da7-83ff-a193b16dacab" providerId="ADAL" clId="{AF20433B-7420-4334-9C07-3DE0C6B46D9D}" dt="2025-09-10T16:18:02.235" v="609" actId="478"/>
          <ac:spMkLst>
            <pc:docMk/>
            <pc:sldMk cId="3279387488" sldId="520"/>
            <ac:spMk id="2" creationId="{ED4B54B9-19BA-4429-9C80-F5CC1F6DFE52}"/>
          </ac:spMkLst>
        </pc:spChg>
        <pc:picChg chg="add mod">
          <ac:chgData name="Syed Arsalan Jawed" userId="66ce1ddb-27c8-4da7-83ff-a193b16dacab" providerId="ADAL" clId="{AF20433B-7420-4334-9C07-3DE0C6B46D9D}" dt="2025-09-10T16:16:19.064" v="608" actId="1035"/>
          <ac:picMkLst>
            <pc:docMk/>
            <pc:sldMk cId="3279387488" sldId="520"/>
            <ac:picMk id="5" creationId="{14C4F8C7-994F-4B64-A28A-133042798A02}"/>
          </ac:picMkLst>
        </pc:picChg>
        <pc:picChg chg="add mod">
          <ac:chgData name="Syed Arsalan Jawed" userId="66ce1ddb-27c8-4da7-83ff-a193b16dacab" providerId="ADAL" clId="{AF20433B-7420-4334-9C07-3DE0C6B46D9D}" dt="2025-09-10T16:18:06.118" v="611" actId="1076"/>
          <ac:picMkLst>
            <pc:docMk/>
            <pc:sldMk cId="3279387488" sldId="520"/>
            <ac:picMk id="7" creationId="{B6F0CA04-2665-4695-AFCF-35321BF2BF59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28:34.911" v="778" actId="20577"/>
        <pc:sldMkLst>
          <pc:docMk/>
          <pc:sldMk cId="1802559656" sldId="521"/>
        </pc:sldMkLst>
        <pc:spChg chg="mod">
          <ac:chgData name="Syed Arsalan Jawed" userId="66ce1ddb-27c8-4da7-83ff-a193b16dacab" providerId="ADAL" clId="{AF20433B-7420-4334-9C07-3DE0C6B46D9D}" dt="2025-09-10T16:21:11.430" v="658" actId="20577"/>
          <ac:spMkLst>
            <pc:docMk/>
            <pc:sldMk cId="1802559656" sldId="521"/>
            <ac:spMk id="2" creationId="{F7446969-F1FA-4F60-8DE5-7F28675384A1}"/>
          </ac:spMkLst>
        </pc:spChg>
        <pc:spChg chg="mod">
          <ac:chgData name="Syed Arsalan Jawed" userId="66ce1ddb-27c8-4da7-83ff-a193b16dacab" providerId="ADAL" clId="{AF20433B-7420-4334-9C07-3DE0C6B46D9D}" dt="2025-09-10T16:26:38.237" v="735" actId="1036"/>
          <ac:spMkLst>
            <pc:docMk/>
            <pc:sldMk cId="1802559656" sldId="521"/>
            <ac:spMk id="3" creationId="{78520641-7CE8-40E1-A924-681DE0AEA40A}"/>
          </ac:spMkLst>
        </pc:spChg>
        <pc:spChg chg="add mod">
          <ac:chgData name="Syed Arsalan Jawed" userId="66ce1ddb-27c8-4da7-83ff-a193b16dacab" providerId="ADAL" clId="{AF20433B-7420-4334-9C07-3DE0C6B46D9D}" dt="2025-09-10T16:28:34.911" v="778" actId="20577"/>
          <ac:spMkLst>
            <pc:docMk/>
            <pc:sldMk cId="1802559656" sldId="521"/>
            <ac:spMk id="7" creationId="{26AA2E5D-4A22-4708-A0F3-7DCB0B9568A6}"/>
          </ac:spMkLst>
        </pc:spChg>
        <pc:picChg chg="add del mod">
          <ac:chgData name="Syed Arsalan Jawed" userId="66ce1ddb-27c8-4da7-83ff-a193b16dacab" providerId="ADAL" clId="{AF20433B-7420-4334-9C07-3DE0C6B46D9D}" dt="2025-09-10T16:25:59.574" v="722" actId="21"/>
          <ac:picMkLst>
            <pc:docMk/>
            <pc:sldMk cId="1802559656" sldId="521"/>
            <ac:picMk id="5" creationId="{07594797-5F55-42A4-B59D-F340F2D96491}"/>
          </ac:picMkLst>
        </pc:picChg>
        <pc:picChg chg="add mod">
          <ac:chgData name="Syed Arsalan Jawed" userId="66ce1ddb-27c8-4da7-83ff-a193b16dacab" providerId="ADAL" clId="{AF20433B-7420-4334-9C07-3DE0C6B46D9D}" dt="2025-09-10T16:26:18.947" v="728" actId="1076"/>
          <ac:picMkLst>
            <pc:docMk/>
            <pc:sldMk cId="1802559656" sldId="521"/>
            <ac:picMk id="6" creationId="{979700DC-7BD7-4770-90FE-774EABF6F0BA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0T16:26:04.959" v="724" actId="1076"/>
        <pc:sldMkLst>
          <pc:docMk/>
          <pc:sldMk cId="4204479249" sldId="522"/>
        </pc:sldMkLst>
        <pc:picChg chg="add del">
          <ac:chgData name="Syed Arsalan Jawed" userId="66ce1ddb-27c8-4da7-83ff-a193b16dacab" providerId="ADAL" clId="{AF20433B-7420-4334-9C07-3DE0C6B46D9D}" dt="2025-09-10T16:25:52.142" v="718" actId="21"/>
          <ac:picMkLst>
            <pc:docMk/>
            <pc:sldMk cId="4204479249" sldId="522"/>
            <ac:picMk id="5" creationId="{984E85AF-98F3-48A4-87CB-F1FACCBE9287}"/>
          </ac:picMkLst>
        </pc:picChg>
        <pc:picChg chg="add mod">
          <ac:chgData name="Syed Arsalan Jawed" userId="66ce1ddb-27c8-4da7-83ff-a193b16dacab" providerId="ADAL" clId="{AF20433B-7420-4334-9C07-3DE0C6B46D9D}" dt="2025-09-10T16:26:04.959" v="724" actId="1076"/>
          <ac:picMkLst>
            <pc:docMk/>
            <pc:sldMk cId="4204479249" sldId="522"/>
            <ac:picMk id="6" creationId="{816B5E33-1B5A-471C-88DE-11E65AB44218}"/>
          </ac:picMkLst>
        </pc:picChg>
      </pc:sldChg>
      <pc:sldChg chg="addSp delSp modSp new mod">
        <pc:chgData name="Syed Arsalan Jawed" userId="66ce1ddb-27c8-4da7-83ff-a193b16dacab" providerId="ADAL" clId="{AF20433B-7420-4334-9C07-3DE0C6B46D9D}" dt="2025-09-13T05:44:55.314" v="816" actId="22"/>
        <pc:sldMkLst>
          <pc:docMk/>
          <pc:sldMk cId="3887856410" sldId="523"/>
        </pc:sldMkLst>
        <pc:spChg chg="mod">
          <ac:chgData name="Syed Arsalan Jawed" userId="66ce1ddb-27c8-4da7-83ff-a193b16dacab" providerId="ADAL" clId="{AF20433B-7420-4334-9C07-3DE0C6B46D9D}" dt="2025-09-13T05:44:53.575" v="815" actId="20577"/>
          <ac:spMkLst>
            <pc:docMk/>
            <pc:sldMk cId="3887856410" sldId="523"/>
            <ac:spMk id="2" creationId="{3C8DCCDC-2209-45D1-91D4-AE45F9668853}"/>
          </ac:spMkLst>
        </pc:spChg>
        <pc:spChg chg="del">
          <ac:chgData name="Syed Arsalan Jawed" userId="66ce1ddb-27c8-4da7-83ff-a193b16dacab" providerId="ADAL" clId="{AF20433B-7420-4334-9C07-3DE0C6B46D9D}" dt="2025-09-13T05:44:55.314" v="816" actId="22"/>
          <ac:spMkLst>
            <pc:docMk/>
            <pc:sldMk cId="3887856410" sldId="523"/>
            <ac:spMk id="3" creationId="{825F450D-68C9-426C-A689-53D4131BD54B}"/>
          </ac:spMkLst>
        </pc:spChg>
        <pc:picChg chg="add mod ord">
          <ac:chgData name="Syed Arsalan Jawed" userId="66ce1ddb-27c8-4da7-83ff-a193b16dacab" providerId="ADAL" clId="{AF20433B-7420-4334-9C07-3DE0C6B46D9D}" dt="2025-09-13T05:44:55.314" v="816" actId="22"/>
          <ac:picMkLst>
            <pc:docMk/>
            <pc:sldMk cId="3887856410" sldId="523"/>
            <ac:picMk id="5" creationId="{EC45E6BC-DB7D-4664-97E0-E2C3B9A7A1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81E9-5DC3-4380-BF81-F23FC396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 of Week2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612E-40C8-4634-AC5C-E3DD3593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3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4B72-6EA6-49A0-91C0-836AFBD0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Inverting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79CD-1866-4BCF-9476-3C56C4D9F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690E7-8A38-40CD-9BA0-2EA202FE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0" y="1170039"/>
            <a:ext cx="3875688" cy="2246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858E28-3A18-434A-BF5B-5C62D2C6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962" y="1087808"/>
            <a:ext cx="3503314" cy="2186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05C648-041C-4BCA-BF0F-9E210284F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565" y="3796710"/>
            <a:ext cx="764011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1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1FCF-7B44-4768-B669-D66FE47C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Inverting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E834D-07B2-445B-BA8C-E9C94483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Inverting gain.</a:t>
            </a:r>
          </a:p>
          <a:p>
            <a:endParaRPr lang="en-US" dirty="0"/>
          </a:p>
          <a:p>
            <a:r>
              <a:rPr lang="en-US" dirty="0"/>
              <a:t>Input impedance = R2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2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04CC-D33E-43E8-A557-22A7799A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Inverting Amplifier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92FCF9-104D-4CAD-9141-FFE0355D0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468" y="1019992"/>
            <a:ext cx="3800180" cy="22680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FD38CA-D7DB-4070-9A15-7EFA7269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6" y="3314969"/>
            <a:ext cx="8371555" cy="3262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021D9C-62B0-4923-994C-A7028B67B676}"/>
              </a:ext>
            </a:extLst>
          </p:cNvPr>
          <p:cNvSpPr txBox="1"/>
          <p:nvPr/>
        </p:nvSpPr>
        <p:spPr>
          <a:xfrm>
            <a:off x="9365381" y="2252312"/>
            <a:ext cx="2415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Rin= Infinity</a:t>
            </a:r>
          </a:p>
          <a:p>
            <a:r>
              <a:rPr lang="en-US" dirty="0"/>
              <a:t>Non inverting gain</a:t>
            </a:r>
          </a:p>
        </p:txBody>
      </p:sp>
    </p:spTree>
    <p:extLst>
      <p:ext uri="{BB962C8B-B14F-4D97-AF65-F5344CB8AC3E}">
        <p14:creationId xmlns:p14="http://schemas.microsoft.com/office/powerpoint/2010/main" val="387511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67EB-F03D-4DE1-B68D-A1ECED1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Summer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7813-B4F5-4DB9-B448-C2EAAA0E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6CAB8-7BBE-4A84-8D4C-4D5F79E6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81" y="1170039"/>
            <a:ext cx="8478433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0913-E143-4A9C-B9A1-E1EF6267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960DE-CB25-4D44-B5EF-8527BBCF5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B5189-46E9-4FA4-B0CD-BF3A3453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3" y="2176287"/>
            <a:ext cx="6792273" cy="250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ADCD35-9B83-446E-9268-D98ED67F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072" y="5223355"/>
            <a:ext cx="537285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9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67A0-70A2-49B7-8769-522B0A28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Voltage Follower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1A3A-9345-4CC6-BBEA-EE54E379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28C4D-4B86-49A9-88A2-93342E9CA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600" y="993059"/>
            <a:ext cx="4620270" cy="2667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7C2D8-8AB4-4DDA-B5E2-35D93A35A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62" y="3837411"/>
            <a:ext cx="6465651" cy="11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3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C138-62DD-4840-B758-C64121D6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Amplifiers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33F37E2-9A5E-46FB-8AD4-C22CEAD8C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7739" y="3220183"/>
            <a:ext cx="3696216" cy="75258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86B0EF-3BB4-4821-A9C5-844B74B09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997" y="993059"/>
            <a:ext cx="3524742" cy="971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CE4131-E422-483C-999C-9A4C800CB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82" y="1942145"/>
            <a:ext cx="4020111" cy="269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884EAF-54BC-4047-857F-8FD9E9313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380" y="1630195"/>
            <a:ext cx="2273975" cy="1143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E16EEC-1610-4278-A59A-8E36849CA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075" y="5323465"/>
            <a:ext cx="2924583" cy="876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F24DFF-C59F-435D-BEEC-2894854070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1246" y="4371359"/>
            <a:ext cx="2753109" cy="533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F2D363-51D6-4F64-89B9-21653331F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3529" y="5323465"/>
            <a:ext cx="2503702" cy="1216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409CB1-F714-4E01-B6B9-963B3F6883DF}"/>
              </a:ext>
            </a:extLst>
          </p:cNvPr>
          <p:cNvSpPr txBox="1"/>
          <p:nvPr/>
        </p:nvSpPr>
        <p:spPr>
          <a:xfrm>
            <a:off x="2040556" y="6355387"/>
            <a:ext cx="162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/home exercise</a:t>
            </a:r>
          </a:p>
        </p:txBody>
      </p:sp>
    </p:spTree>
    <p:extLst>
      <p:ext uri="{BB962C8B-B14F-4D97-AF65-F5344CB8AC3E}">
        <p14:creationId xmlns:p14="http://schemas.microsoft.com/office/powerpoint/2010/main" val="175594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69C0-FE94-4798-A7D4-FFF3B6B3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Instrumentation Amplifier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4CCF73-96C3-4B69-8B3E-3196644CF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8551" y="3330527"/>
            <a:ext cx="2314898" cy="68589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F178F-E44A-4C4E-9B8C-1372C65D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89" y="1405288"/>
            <a:ext cx="7288602" cy="4771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3FF2D-A8E1-4DA7-8BD0-6E16BE2F3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891" y="2781478"/>
            <a:ext cx="3691300" cy="109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6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D17F-97DB-4762-A36B-3C7CB36B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Integrator and Differentiator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CB1F-DC6F-4BFF-9298-53E712141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63B32-A2B9-4865-BD77-67475AA2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7880"/>
            <a:ext cx="9255465" cy="442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6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6F2D-B792-4120-9DA1-5835BBC3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573C7-6655-49A8-BFC6-69133A5FA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363FA-3189-4AD6-8220-A40177F4E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07" y="993059"/>
            <a:ext cx="10084386" cy="38653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ADBE5D-AE68-4767-A7AF-6CEE3499A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401" y="4727227"/>
            <a:ext cx="8881197" cy="1921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520F39-5A89-4FF4-9294-8295D26EB99B}"/>
              </a:ext>
            </a:extLst>
          </p:cNvPr>
          <p:cNvSpPr txBox="1"/>
          <p:nvPr/>
        </p:nvSpPr>
        <p:spPr>
          <a:xfrm flipH="1">
            <a:off x="8621829" y="1376413"/>
            <a:ext cx="230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Why impractical?</a:t>
            </a:r>
          </a:p>
        </p:txBody>
      </p:sp>
    </p:spTree>
    <p:extLst>
      <p:ext uri="{BB962C8B-B14F-4D97-AF65-F5344CB8AC3E}">
        <p14:creationId xmlns:p14="http://schemas.microsoft.com/office/powerpoint/2010/main" val="1712585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91C1-E4A2-412E-96B8-B616FE0E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B0A8-83D0-44D0-8BFB-DBD639838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BAA858-9449-426D-B70E-11042A8F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6" y="1270535"/>
            <a:ext cx="9304842" cy="379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3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6E1-F79D-4AE6-B992-39DB37AF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1F02-C689-4198-8C39-C1FAB9BC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F1650-38FD-4057-985E-69DE68C9B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6" y="993059"/>
            <a:ext cx="7108859" cy="5543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7F31E-33A8-400A-87BB-0641F74776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33" r="38526"/>
          <a:stretch/>
        </p:blipFill>
        <p:spPr>
          <a:xfrm>
            <a:off x="8142972" y="1968328"/>
            <a:ext cx="3609474" cy="248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08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24ED-266B-4F42-A2B5-BF395B4C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Linear Functions – Precision Rectifier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976D5-0D1A-43D6-A0D3-77CFF17C5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C263-69AB-4A29-9D6B-B071A9113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41" y="1531875"/>
            <a:ext cx="9691123" cy="451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78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EE2E-3216-4D5B-AEA3-76D23F46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0DCB-FAD5-4A75-8E35-495519171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BBA22-3541-400B-9095-BF8741B0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11" y="1170039"/>
            <a:ext cx="9067619" cy="529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47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BBEC-F120-4FE1-8245-978E2A30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Root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E82A-B99B-487D-9C87-7828BECC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0888D-835B-4DD5-88D1-4CF1FE18C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1395128"/>
            <a:ext cx="7687748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49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8CEA-DB00-499A-82F4-E51E2C72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Opamp</a:t>
            </a:r>
            <a:r>
              <a:rPr lang="en-US" dirty="0"/>
              <a:t> Non Idealities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9B0E9-1EEE-4110-B657-196DE147D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 Offset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8CE59-32C2-4C34-84F7-2EEE3F6E9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99" y="1865582"/>
            <a:ext cx="7102723" cy="2427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CB3BE-5F51-4B1A-82EA-7D5023BBF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222" y="3822032"/>
            <a:ext cx="5094879" cy="268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37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0815-8754-41DA-B6BE-154AAA72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Bias Current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F5A1D0-77D0-499D-BE0D-C95E29396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3756" y="1399206"/>
            <a:ext cx="6571796" cy="425799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9EEE9-F473-45B9-9865-67C091AC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12" y="993059"/>
            <a:ext cx="3321258" cy="184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93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DFD0-3510-4971-802D-629A597D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11DD2-15B4-4BC0-84EC-E1822DC2F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4E456-241D-433A-BC5E-B71B0385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99" y="2395393"/>
            <a:ext cx="6645141" cy="271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90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3BD5-6E8B-43E4-A89B-AA33669B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FFE1D-3ABA-4327-A1B8-93423737D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Slew Rate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A85D5-3333-478A-AF83-5A9BDA7A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2639"/>
            <a:ext cx="9686030" cy="47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6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9119-0D88-4B6D-BF85-313B57A7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10 : Differential Amplifiers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EB5E9-1857-4DA6-9538-220FEB30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58" y="1399892"/>
            <a:ext cx="9098132" cy="466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99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3BF0-9FA5-4EF8-B396-E27958F56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1F79E-E4C5-4196-B1F5-5652E62B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47" y="1636296"/>
            <a:ext cx="8459045" cy="333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19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D3DA1-BA3A-47AC-9FC3-ADA693A3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27693-7A5B-4E35-8134-88DB1FCC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04" y="993059"/>
            <a:ext cx="8030696" cy="5649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896CE6-AC87-4165-AB40-1CF93613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248" y="4030245"/>
            <a:ext cx="2850068" cy="245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43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9BAA-99DC-46AC-86BC-79D850D2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D270B-7EC4-440F-9DB8-DD9FEBDBA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36" y="1216799"/>
            <a:ext cx="8621328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67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551F-D2ED-4C85-A179-709D585F0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 Differential Pair </a:t>
            </a:r>
            <a:br>
              <a:rPr lang="en-US" dirty="0"/>
            </a:br>
            <a:r>
              <a:rPr lang="en-US" sz="2700" dirty="0"/>
              <a:t>Qualitative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52C18-EE47-4527-B60D-3714F8BE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0EE705-C961-4D47-9432-D3F39AF9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261760"/>
            <a:ext cx="7563906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2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815D-C3F1-4A48-8D34-AC9A64A5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D960F-331D-4A06-A1D3-1CADA4D25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58" y="1251284"/>
            <a:ext cx="10790898" cy="525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49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BCE7-F317-46AF-A87D-79BD1B27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3978-79C5-47F1-AAE6-9D4C5CCB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5D9B7-701B-4904-B9CD-77351AA0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909072"/>
            <a:ext cx="8497486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12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EC7AD-4E4D-4FE6-B900-F2BF3EB16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4F8C7-994F-4B64-A28A-133042798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3" y="1160414"/>
            <a:ext cx="8292172" cy="54142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0CA04-2665-4695-AFCF-35321BF2B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048" y="228002"/>
            <a:ext cx="7468642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87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6969-F1FA-4F60-8DE5-7F286753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Cascode</a:t>
            </a:r>
            <a:r>
              <a:rPr lang="en-US" dirty="0"/>
              <a:t> Differential 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20641-7CE8-40E1-A924-681DE0AEA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45" y="871654"/>
            <a:ext cx="10515600" cy="5006924"/>
          </a:xfrm>
        </p:spPr>
        <p:txBody>
          <a:bodyPr/>
          <a:lstStyle/>
          <a:p>
            <a:r>
              <a:rPr lang="en-US" dirty="0"/>
              <a:t>Going back to Chapter 9 to under </a:t>
            </a:r>
            <a:r>
              <a:rPr lang="en-US" dirty="0" err="1"/>
              <a:t>Cascode</a:t>
            </a:r>
            <a:r>
              <a:rPr lang="en-US" dirty="0"/>
              <a:t> Amplifier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700DC-7BD7-4770-90FE-774EABF6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55" y="1694048"/>
            <a:ext cx="9366252" cy="4723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AA2E5D-4A22-4708-A0F3-7DCB0B9568A6}"/>
              </a:ext>
            </a:extLst>
          </p:cNvPr>
          <p:cNvSpPr txBox="1"/>
          <p:nvPr/>
        </p:nvSpPr>
        <p:spPr>
          <a:xfrm>
            <a:off x="9278754" y="2146434"/>
            <a:ext cx="224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why do we need to cascade ?</a:t>
            </a:r>
          </a:p>
        </p:txBody>
      </p:sp>
    </p:spTree>
    <p:extLst>
      <p:ext uri="{BB962C8B-B14F-4D97-AF65-F5344CB8AC3E}">
        <p14:creationId xmlns:p14="http://schemas.microsoft.com/office/powerpoint/2010/main" val="1802559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D988-A343-44D1-A65D-D5AA7B7F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7D45D-9B1C-47FE-A78D-1FF5376F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B5E33-1B5A-471C-88DE-11E65AB44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36" y="993059"/>
            <a:ext cx="8244920" cy="562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79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CCDC-2209-45D1-91D4-AE45F966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achieve current biasing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45E6BC-DB7D-4664-97E0-E2C3B9A7A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670" y="1169988"/>
            <a:ext cx="7644660" cy="5006975"/>
          </a:xfrm>
        </p:spPr>
      </p:pic>
    </p:spTree>
    <p:extLst>
      <p:ext uri="{BB962C8B-B14F-4D97-AF65-F5344CB8AC3E}">
        <p14:creationId xmlns:p14="http://schemas.microsoft.com/office/powerpoint/2010/main" val="3887856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26520</TotalTime>
  <Words>165</Words>
  <Application>Microsoft Office PowerPoint</Application>
  <PresentationFormat>Widescreen</PresentationFormat>
  <Paragraphs>44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Quick Review of Week2</vt:lpstr>
      <vt:lpstr>Inverting Amplifier</vt:lpstr>
      <vt:lpstr>Issues with Inverting Amplifier</vt:lpstr>
      <vt:lpstr>Non Inverting Amplifier</vt:lpstr>
      <vt:lpstr>Weighted Summer</vt:lpstr>
      <vt:lpstr>Class Example</vt:lpstr>
      <vt:lpstr>The Voltage Follower</vt:lpstr>
      <vt:lpstr>Difference Amplifiers</vt:lpstr>
      <vt:lpstr>The Instrumentation Amplifier</vt:lpstr>
      <vt:lpstr>Integrator and Differentiator</vt:lpstr>
      <vt:lpstr>Integrator</vt:lpstr>
      <vt:lpstr>PowerPoint Presentation</vt:lpstr>
      <vt:lpstr>Differentiator</vt:lpstr>
      <vt:lpstr>Non Linear Functions – Precision Rectifier</vt:lpstr>
      <vt:lpstr>Log Amplifier</vt:lpstr>
      <vt:lpstr>Square Root Amplifier</vt:lpstr>
      <vt:lpstr>Opamp Non Idealities</vt:lpstr>
      <vt:lpstr>Input Bias Current</vt:lpstr>
      <vt:lpstr>Speed Limitation</vt:lpstr>
      <vt:lpstr>PowerPoint Presentation</vt:lpstr>
      <vt:lpstr>Chapter 10 : Differential Amplifiers</vt:lpstr>
      <vt:lpstr>PowerPoint Presentation</vt:lpstr>
      <vt:lpstr>Differential Signals</vt:lpstr>
      <vt:lpstr>PowerPoint Presentation</vt:lpstr>
      <vt:lpstr>MOS Differential Pair  Qualitative Analysis</vt:lpstr>
      <vt:lpstr>PowerPoint Presentation</vt:lpstr>
      <vt:lpstr>PowerPoint Presentation</vt:lpstr>
      <vt:lpstr>PowerPoint Presentation</vt:lpstr>
      <vt:lpstr>Cascode Differential Pair</vt:lpstr>
      <vt:lpstr>PowerPoint Presentation</vt:lpstr>
      <vt:lpstr>How to achieve current biasing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87</cp:revision>
  <dcterms:created xsi:type="dcterms:W3CDTF">2024-03-09T05:31:06Z</dcterms:created>
  <dcterms:modified xsi:type="dcterms:W3CDTF">2025-09-13T05:44:57Z</dcterms:modified>
</cp:coreProperties>
</file>